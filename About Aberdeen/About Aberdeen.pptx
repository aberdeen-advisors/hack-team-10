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08" r:id="rId2"/>
    <p:sldId id="214748360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image" Target="../media/image4.emf"/><Relationship Id="rId4" Type="http://schemas.openxmlformats.org/officeDocument/2006/relationships/tags" Target="../tags/tag18.xml"/><Relationship Id="rId9" Type="http://schemas.openxmlformats.org/officeDocument/2006/relationships/oleObject" Target="../embeddings/oleObject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8819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Graphic 7">
            <a:extLst>
              <a:ext uri="{FF2B5EF4-FFF2-40B4-BE49-F238E27FC236}">
                <a16:creationId xmlns:a16="http://schemas.microsoft.com/office/drawing/2014/main" id="{B41EB870-7E27-7226-F82E-06FE73EB2650}"/>
              </a:ext>
            </a:extLst>
          </p:cNvPr>
          <p:cNvSpPr/>
          <p:nvPr userDrawn="1"/>
        </p:nvSpPr>
        <p:spPr>
          <a:xfrm>
            <a:off x="6026653" y="-58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AE0ABF6D-4975-5093-B44E-CA74513278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805" y="1556195"/>
            <a:ext cx="7920195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B0734587-DAC6-4E18-AED7-1A89616BB4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806" y="2522112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698A8CF-D6BD-B29E-6BC9-FD7FEDFC9C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805" y="344610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25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Pl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960CEE-682A-34E1-4F33-25280AB64BA1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8">
            <a:extLst>
              <a:ext uri="{FF2B5EF4-FFF2-40B4-BE49-F238E27FC236}">
                <a16:creationId xmlns:a16="http://schemas.microsoft.com/office/drawing/2014/main" id="{040F44BC-85FB-BA1A-010A-8D5DF442D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B57D95-97BB-921C-3F82-1C5C9716CB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607740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Nu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3367719-3351-33E9-9C91-64657A08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953021D-E6AD-E660-3DD1-019E4295E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3908EE-BF33-DD3D-A94E-66167F347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54FE18-0206-E5B2-E874-D256096D859B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806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Pl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D0434-F6C5-E401-2B7D-97150B7CA50D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8">
            <a:extLst>
              <a:ext uri="{FF2B5EF4-FFF2-40B4-BE49-F238E27FC236}">
                <a16:creationId xmlns:a16="http://schemas.microsoft.com/office/drawing/2014/main" id="{5FCF449E-431C-D715-FB6E-A9190D944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5036A1-7E79-E176-EDCD-5CCE2ACADA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39025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Nu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706EDC-124F-5F45-762F-592F5923748B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BDFDB58-2596-E563-7931-AFD7F3D01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FC5E2AF-0279-399F-9CFA-067B78F41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0423E19-A119-78A2-F2CE-8B0F908E49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325959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6462E44-020C-CA27-80D7-F752B6D361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C08382-CD4D-C02C-EF06-6370206F14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96846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e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4B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C618601-F80E-B62F-3A4F-475D86102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A735F9-6926-6EB6-9522-5FD34377AF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1063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0DB2-7DB4-2055-117B-791807E3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81000"/>
            <a:ext cx="11470641" cy="50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BC805-EBF1-9D68-BCF5-3218C6462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5D4017-DA17-11FC-3A8B-2EC780C95D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601" y="910752"/>
            <a:ext cx="11470641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3A36673-9167-CFCA-11F4-533B6010E4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59" y="1405771"/>
            <a:ext cx="11470641" cy="4868029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</p:spTree>
    <p:extLst>
      <p:ext uri="{BB962C8B-B14F-4D97-AF65-F5344CB8AC3E}">
        <p14:creationId xmlns:p14="http://schemas.microsoft.com/office/powerpoint/2010/main" val="352195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BFCC-D579-2A83-7443-6B02C925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CB52E-A0F8-39AE-56EE-3F04B4D0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92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59" y="1672921"/>
            <a:ext cx="5469148" cy="4201027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8FCBD07-7F0D-99D3-1362-3640063628A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67253" y="1672921"/>
            <a:ext cx="5469148" cy="4201027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1F47A51-CBA1-42F7-529F-B7BE6585A4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759" y="997306"/>
            <a:ext cx="11470641" cy="451405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98BD518-50CB-4582-F937-41AC560D90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545900"/>
            <a:ext cx="11470641" cy="45140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210-BA38-91EF-EC11-B3FBAACBB53A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49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179" y="1672921"/>
            <a:ext cx="5469148" cy="4201027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4" name="Chart Placeholder 2">
            <a:extLst>
              <a:ext uri="{FF2B5EF4-FFF2-40B4-BE49-F238E27FC236}">
                <a16:creationId xmlns:a16="http://schemas.microsoft.com/office/drawing/2014/main" id="{ABA74BCF-6E08-2C15-B7BE-70889DE7BC0F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3830" y="1676971"/>
            <a:ext cx="5469148" cy="4196976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B3FB71C-4D57-9A72-0795-FE1F797289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759" y="997306"/>
            <a:ext cx="11470641" cy="451405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83B5BAFE-FE13-59F7-374C-17BC24E29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545900"/>
            <a:ext cx="11470641" cy="45140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670924-2CE1-67CE-3CC4-7012E52B6155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955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4F153E5-6141-9F9E-1265-1628F44B467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59" y="1663719"/>
            <a:ext cx="11470641" cy="4196976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B44942E-30E5-C2A1-7B0A-356FE549A7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759" y="997306"/>
            <a:ext cx="11470641" cy="451405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D59FE28-BFFE-0822-20A0-C6A816842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545900"/>
            <a:ext cx="11470641" cy="45140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F9D00E-EE33-CCC4-640B-981C97741139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917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18A9D4-6150-FE84-ED7B-C37757CBE4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759" y="997306"/>
            <a:ext cx="11470641" cy="451405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2A1B71C1-D90E-7813-8055-910D187C5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545900"/>
            <a:ext cx="11470641" cy="45140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751762-DD92-9602-9D6A-F09BC9F57622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91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D0E8CEB-1F64-CA3A-86A6-485CE6749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545900"/>
            <a:ext cx="11470641" cy="45140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59" y="1229255"/>
            <a:ext cx="11470641" cy="4906501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C63B59-477C-7910-9073-BFD708EFF769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6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78682-21C5-4BA6-02E4-57490390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24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3380"/>
            <a:ext cx="10972800" cy="492443"/>
          </a:xfrm>
        </p:spPr>
        <p:txBody>
          <a:bodyPr vert="horz"/>
          <a:lstStyle>
            <a:lvl1pPr>
              <a:defRPr>
                <a:latin typeface="Roboto" pitchFamily="2" charset="0"/>
                <a:ea typeface="Roboto" pitchFamily="2" charset="0"/>
                <a:sym typeface="Roboto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BDEE0-F7A4-4A0F-B625-074AD9E6C6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Roboto" pitchFamily="2" charset="0"/>
                <a:ea typeface="Roboto" pitchFamily="2" charset="0"/>
                <a:sym typeface="Roboto" pitchFamily="2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2D08B-6D5A-412E-A770-BB66C94CB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Roboto" pitchFamily="2" charset="0"/>
                <a:ea typeface="Roboto" pitchFamily="2" charset="0"/>
                <a:sym typeface="Roboto" pitchFamily="2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ED041D-DF21-4A4C-853A-A783C007BF15}"/>
              </a:ext>
            </a:extLst>
          </p:cNvPr>
          <p:cNvCxnSpPr>
            <a:cxnSpLocks/>
          </p:cNvCxnSpPr>
          <p:nvPr userDrawn="1"/>
        </p:nvCxnSpPr>
        <p:spPr>
          <a:xfrm>
            <a:off x="1" y="619601"/>
            <a:ext cx="47131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378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11C61FC-062E-4E9E-99BD-735F59F9C96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29" imgH="330" progId="TCLayout.ActiveDocument.1">
                  <p:embed/>
                </p:oleObj>
              </mc:Choice>
              <mc:Fallback>
                <p:oleObj name="think-cell Slide" r:id="rId9" imgW="329" imgH="33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1C61FC-062E-4E9E-99BD-735F59F9C9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1DDA7C4C-DF04-40EB-A06F-EFDB95ED0E9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92505" y="45720"/>
            <a:ext cx="11806992" cy="820555"/>
          </a:xfrm>
          <a:prstGeom prst="rect">
            <a:avLst/>
          </a:prstGeom>
        </p:spPr>
        <p:txBody>
          <a:bodyPr vert="horz" lIns="0" rIns="91440" anchor="b" anchorCtr="0">
            <a:noAutofit/>
          </a:bodyPr>
          <a:lstStyle>
            <a:lvl1pPr>
              <a:lnSpc>
                <a:spcPct val="100000"/>
              </a:lnSpc>
              <a:defRPr sz="2200" b="1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Up to 2 Lines of </a:t>
            </a:r>
            <a:br>
              <a:rPr lang="en-US"/>
            </a:br>
            <a:r>
              <a:rPr lang="en-US"/>
              <a:t>Arial Black Go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7A1AC6-8E3E-41B9-8C44-C9DFDDF4326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88952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Disclaimer">
            <a:extLst>
              <a:ext uri="{FF2B5EF4-FFF2-40B4-BE49-F238E27FC236}">
                <a16:creationId xmlns:a16="http://schemas.microsoft.com/office/drawing/2014/main" id="{19F51512-97AC-4B38-BE75-E36CF4248A1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2353723" y="6496710"/>
            <a:ext cx="7308055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indent="0" algn="r">
              <a:spcBef>
                <a:spcPct val="0"/>
              </a:spcBef>
              <a:buFontTx/>
              <a:buNone/>
              <a:defRPr sz="600" b="0" i="0" spc="250" baseline="0">
                <a:solidFill>
                  <a:schemeClr val="tx2"/>
                </a:solidFill>
                <a:effectLst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600"/>
              <a:t>This information is confidential; it is not to be relied on by any 3rd party without prior written consent.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64D76-7CE4-4CCE-849E-1FA4F06522F7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6548285" y="6494107"/>
            <a:ext cx="5030705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indent="0" algn="r">
              <a:spcBef>
                <a:spcPct val="0"/>
              </a:spcBef>
              <a:buFontTx/>
              <a:buNone/>
              <a:defRPr sz="600" b="0" i="0" spc="25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US" sz="600"/>
              <a:t>© BUILDERS FIRSTSOURCE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CE410-EE49-4D9A-96CC-BB63300FCAD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11393322" y="6494107"/>
            <a:ext cx="4176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r">
              <a:spcBef>
                <a:spcPct val="0"/>
              </a:spcBef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pPr lvl="0"/>
            <a:fld id="{CEBC95DF-8CA8-4000-BABD-C3BB93E50296}" type="slidenum">
              <a:rPr lang="en-US" sz="600" smtClean="0"/>
              <a:pPr lvl="0"/>
              <a:t>‹#›</a:t>
            </a:fld>
            <a:endParaRPr lang="en-US" sz="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780204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C98F0-41A8-D8D8-C323-75A180C29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B97C72F-D322-B4B3-D691-C28EA206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581E40-7CA7-5C51-E1AA-A61B030B323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598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07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7E2FB85-0332-40E3-B58E-9B714AB8797B}"/>
              </a:ext>
            </a:extLst>
          </p:cNvPr>
          <p:cNvGraphicFramePr>
            <a:graphicFrameLocks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6779233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7E2FB85-0332-40E3-B58E-9B714AB87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59" y="381000"/>
            <a:ext cx="11470641" cy="5107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1397001"/>
            <a:ext cx="11470640" cy="48768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512543"/>
            <a:ext cx="147477" cy="14362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9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EDC8A9-EC40-A491-439B-EA36C0F8F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33664" y="6484598"/>
            <a:ext cx="884937" cy="19952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36A69-9E02-8D47-237A-3E859B4FFEEE}"/>
              </a:ext>
            </a:extLst>
          </p:cNvPr>
          <p:cNvCxnSpPr/>
          <p:nvPr userDrawn="1"/>
        </p:nvCxnSpPr>
        <p:spPr>
          <a:xfrm>
            <a:off x="365759" y="228600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Premier Health Logo Vector - (.SVG + .PNG) - Tukuz.Com">
            <a:extLst>
              <a:ext uri="{FF2B5EF4-FFF2-40B4-BE49-F238E27FC236}">
                <a16:creationId xmlns:a16="http://schemas.microsoft.com/office/drawing/2014/main" id="{DBD30A3D-2BA9-F76C-2A68-8651E2060D65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t="26087" b="24224"/>
          <a:stretch>
            <a:fillRect/>
          </a:stretch>
        </p:blipFill>
        <p:spPr>
          <a:xfrm>
            <a:off x="360523" y="6399630"/>
            <a:ext cx="1338351" cy="36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2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Poppins" pitchFamily="2" charset="77"/>
          <a:ea typeface="Verdana" panose="020B0604030504040204" pitchFamily="34" charset="0"/>
          <a:cs typeface="Poppins" pitchFamily="2" charset="77"/>
          <a:sym typeface="Arial" panose="020B0604020202020204" pitchFamily="34" charset="0"/>
        </a:defRPr>
      </a:lvl1pPr>
    </p:titleStyle>
    <p:bodyStyle>
      <a:lvl1pPr marL="385224" indent="-226478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1pPr>
      <a:lvl2pPr marL="770447" indent="-311143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2pPr>
      <a:lvl3pPr marL="1071007" indent="-300559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3pPr>
      <a:lvl4pPr marL="975336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Courier New" panose="02070309020205020404" pitchFamily="49" charset="0"/>
        <a:buChar char="o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1219170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Arial" panose="020B0604020202020204" pitchFamily="34" charset="0"/>
        <a:buChar char="•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">
          <p15:clr>
            <a:srgbClr val="F26B43"/>
          </p15:clr>
        </p15:guide>
        <p15:guide id="2" pos="5592">
          <p15:clr>
            <a:srgbClr val="F26B43"/>
          </p15:clr>
        </p15:guide>
        <p15:guide id="3" pos="168">
          <p15:clr>
            <a:srgbClr val="F26B43"/>
          </p15:clr>
        </p15:guide>
        <p15:guide id="4" orient="horz" pos="588">
          <p15:clr>
            <a:srgbClr val="F26B43"/>
          </p15:clr>
        </p15:guide>
        <p15:guide id="5" pos="288">
          <p15:clr>
            <a:srgbClr val="F26B43"/>
          </p15:clr>
        </p15:guide>
        <p15:guide id="6" pos="5472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1908">
          <p15:clr>
            <a:srgbClr val="F26B43"/>
          </p15:clr>
        </p15:guide>
        <p15:guide id="10" pos="2980">
          <p15:clr>
            <a:srgbClr val="F26B43"/>
          </p15:clr>
        </p15:guide>
        <p15:guide id="11" pos="2784">
          <p15:clr>
            <a:srgbClr val="F26B43"/>
          </p15:clr>
        </p15:guide>
        <p15:guide id="12" orient="horz" pos="1812">
          <p15:clr>
            <a:srgbClr val="F26B43"/>
          </p15:clr>
        </p15:guide>
        <p15:guide id="13" orient="horz" pos="2964">
          <p15:clr>
            <a:srgbClr val="F26B43"/>
          </p15:clr>
        </p15:guide>
        <p15:guide id="14" orient="horz" pos="3036">
          <p15:clr>
            <a:srgbClr val="F26B43"/>
          </p15:clr>
        </p15:guide>
        <p15:guide id="15" orient="horz" pos="180">
          <p15:clr>
            <a:srgbClr val="F26B43"/>
          </p15:clr>
        </p15:guide>
        <p15:guide id="16" orient="horz" pos="420">
          <p15:clr>
            <a:srgbClr val="F26B43"/>
          </p15:clr>
        </p15:guide>
        <p15:guide id="17" orient="horz" pos="6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sv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tags" Target="../tags/tag2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sv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sv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emf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8" Type="http://schemas.openxmlformats.org/officeDocument/2006/relationships/image" Target="../media/image10.png"/><Relationship Id="rId3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7248-40A9-40E7-DED2-63A77112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2B492B-F289-0E87-94E8-643408496F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2B492B-F289-0E87-94E8-643408496F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35DBA57-6DCB-A57B-ECB3-F1F583F340F0}"/>
              </a:ext>
            </a:extLst>
          </p:cNvPr>
          <p:cNvSpPr/>
          <p:nvPr/>
        </p:nvSpPr>
        <p:spPr>
          <a:xfrm>
            <a:off x="1071180" y="5187439"/>
            <a:ext cx="2980851" cy="896773"/>
          </a:xfrm>
          <a:prstGeom prst="roundRect">
            <a:avLst>
              <a:gd name="adj" fmla="val 27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Elite and </a:t>
            </a:r>
          </a:p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experienced talent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EA866F4-76B3-BDE1-FFBD-B2E97F9FAA93}"/>
              </a:ext>
            </a:extLst>
          </p:cNvPr>
          <p:cNvSpPr/>
          <p:nvPr/>
        </p:nvSpPr>
        <p:spPr>
          <a:xfrm>
            <a:off x="4727495" y="5187439"/>
            <a:ext cx="2980851" cy="896773"/>
          </a:xfrm>
          <a:prstGeom prst="roundRect">
            <a:avLst>
              <a:gd name="adj" fmla="val 27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Multi-disciplinary </a:t>
            </a:r>
          </a:p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teams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8E58EDF-72B1-FD21-5B10-81D020A2B874}"/>
              </a:ext>
            </a:extLst>
          </p:cNvPr>
          <p:cNvSpPr/>
          <p:nvPr/>
        </p:nvSpPr>
        <p:spPr>
          <a:xfrm>
            <a:off x="8383809" y="5187439"/>
            <a:ext cx="2980851" cy="896773"/>
          </a:xfrm>
          <a:prstGeom prst="roundRect">
            <a:avLst>
              <a:gd name="adj" fmla="val 27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Hands-on </a:t>
            </a:r>
          </a:p>
          <a:p>
            <a:pPr algn="ctr" defTabSz="609585"/>
            <a:r>
              <a:rPr lang="en-US" sz="1867" b="1">
                <a:solidFill>
                  <a:srgbClr val="09375F"/>
                </a:solidFill>
                <a:latin typeface="Poppins"/>
              </a:rPr>
              <a:t>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59863-7D09-5540-2F19-4D2B1A6A3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43321" y="8707360"/>
            <a:ext cx="67326" cy="143565"/>
          </a:xfrm>
        </p:spPr>
        <p:txBody>
          <a:bodyPr/>
          <a:lstStyle/>
          <a:p>
            <a:pPr defTabSz="609585"/>
            <a:fld id="{096069B9-BB78-45EE-A327-B5E08C3C1DB1}" type="slidenum">
              <a:rPr lang="en-IN">
                <a:solidFill>
                  <a:srgbClr val="FFFFFF">
                    <a:lumMod val="50000"/>
                  </a:srgbClr>
                </a:solidFill>
              </a:rPr>
              <a:pPr defTabSz="609585"/>
              <a:t>1</a:t>
            </a:fld>
            <a:endParaRPr lang="en-IN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DD07B-3C6C-98BD-5A05-C7653BE138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1009498"/>
            <a:ext cx="11470641" cy="451405"/>
          </a:xfrm>
        </p:spPr>
        <p:txBody>
          <a:bodyPr/>
          <a:lstStyle/>
          <a:p>
            <a:r>
              <a:rPr lang="en-US" sz="2000"/>
              <a:t>We guide our clients through organizational, operational, and financial changes that come with technology transformation and modernization</a:t>
            </a:r>
            <a:endParaRPr lang="en-GB" sz="20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44E172-C486-D84A-C9D8-00026340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23980"/>
            <a:ext cx="11470641" cy="451405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Re-introduction: Aberdeen Advisors</a:t>
            </a:r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43B482-9BA8-9AFE-1418-32606CAAE3FE}"/>
              </a:ext>
            </a:extLst>
          </p:cNvPr>
          <p:cNvGrpSpPr/>
          <p:nvPr/>
        </p:nvGrpSpPr>
        <p:grpSpPr>
          <a:xfrm>
            <a:off x="687377" y="4604420"/>
            <a:ext cx="1706880" cy="368904"/>
            <a:chOff x="274319" y="2153610"/>
            <a:chExt cx="1280160" cy="27667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FB9144-64E8-F1D4-296D-67699E72768C}"/>
                </a:ext>
              </a:extLst>
            </p:cNvPr>
            <p:cNvSpPr txBox="1"/>
            <p:nvPr/>
          </p:nvSpPr>
          <p:spPr>
            <a:xfrm>
              <a:off x="274319" y="2153610"/>
              <a:ext cx="833642" cy="276678"/>
            </a:xfrm>
            <a:prstGeom prst="rect">
              <a:avLst/>
            </a:prstGeom>
            <a:noFill/>
          </p:spPr>
          <p:txBody>
            <a:bodyPr wrap="none" lIns="0" tIns="60748" rIns="60960" bIns="60748" rtlCol="0" anchor="b">
              <a:spAutoFit/>
            </a:bodyPr>
            <a:lstStyle/>
            <a:p>
              <a:pPr defTabSz="609585"/>
              <a:r>
                <a:rPr lang="en-US" sz="1600" b="1">
                  <a:solidFill>
                    <a:srgbClr val="09375F"/>
                  </a:solidFill>
                  <a:latin typeface="Poppins"/>
                </a:rPr>
                <a:t>Approach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A6486F5-DFD2-E2E4-0228-33755E85074A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" y="2430288"/>
              <a:ext cx="1280160" cy="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6B12BA91-2B30-9E74-3975-E292F07F8CAC}"/>
              </a:ext>
            </a:extLst>
          </p:cNvPr>
          <p:cNvSpPr/>
          <p:nvPr/>
        </p:nvSpPr>
        <p:spPr>
          <a:xfrm>
            <a:off x="749082" y="5313727"/>
            <a:ext cx="644197" cy="644197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IN" sz="160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572E70A-2671-C456-52EE-C46449A2A40B}"/>
              </a:ext>
            </a:extLst>
          </p:cNvPr>
          <p:cNvSpPr/>
          <p:nvPr/>
        </p:nvSpPr>
        <p:spPr>
          <a:xfrm>
            <a:off x="4405396" y="5313727"/>
            <a:ext cx="644197" cy="644197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IN" sz="160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66F122A-8717-A1FE-2134-02CC407F1D62}"/>
              </a:ext>
            </a:extLst>
          </p:cNvPr>
          <p:cNvSpPr/>
          <p:nvPr/>
        </p:nvSpPr>
        <p:spPr>
          <a:xfrm>
            <a:off x="8056748" y="5313727"/>
            <a:ext cx="644197" cy="644197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IN" sz="160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A7044E-B455-19B1-83FD-1977DE61209C}"/>
              </a:ext>
            </a:extLst>
          </p:cNvPr>
          <p:cNvSpPr/>
          <p:nvPr/>
        </p:nvSpPr>
        <p:spPr>
          <a:xfrm>
            <a:off x="855067" y="5394967"/>
            <a:ext cx="432227" cy="481717"/>
          </a:xfrm>
          <a:custGeom>
            <a:avLst/>
            <a:gdLst>
              <a:gd name="connsiteX0" fmla="*/ 387559 w 775182"/>
              <a:gd name="connsiteY0" fmla="*/ 516207 h 863944"/>
              <a:gd name="connsiteX1" fmla="*/ 509375 w 775182"/>
              <a:gd name="connsiteY1" fmla="*/ 394392 h 863944"/>
              <a:gd name="connsiteX2" fmla="*/ 387559 w 775182"/>
              <a:gd name="connsiteY2" fmla="*/ 272576 h 863944"/>
              <a:gd name="connsiteX3" fmla="*/ 265744 w 775182"/>
              <a:gd name="connsiteY3" fmla="*/ 394392 h 863944"/>
              <a:gd name="connsiteX4" fmla="*/ 387559 w 775182"/>
              <a:gd name="connsiteY4" fmla="*/ 516207 h 863944"/>
              <a:gd name="connsiteX5" fmla="*/ 387559 w 775182"/>
              <a:gd name="connsiteY5" fmla="*/ 290360 h 863944"/>
              <a:gd name="connsiteX6" fmla="*/ 491591 w 775182"/>
              <a:gd name="connsiteY6" fmla="*/ 394392 h 863944"/>
              <a:gd name="connsiteX7" fmla="*/ 387559 w 775182"/>
              <a:gd name="connsiteY7" fmla="*/ 498424 h 863944"/>
              <a:gd name="connsiteX8" fmla="*/ 283527 w 775182"/>
              <a:gd name="connsiteY8" fmla="*/ 394392 h 863944"/>
              <a:gd name="connsiteX9" fmla="*/ 387559 w 775182"/>
              <a:gd name="connsiteY9" fmla="*/ 290360 h 863944"/>
              <a:gd name="connsiteX10" fmla="*/ 387559 w 775182"/>
              <a:gd name="connsiteY10" fmla="*/ 552373 h 863944"/>
              <a:gd name="connsiteX11" fmla="*/ 137528 w 775182"/>
              <a:gd name="connsiteY11" fmla="*/ 802405 h 863944"/>
              <a:gd name="connsiteX12" fmla="*/ 137528 w 775182"/>
              <a:gd name="connsiteY12" fmla="*/ 819929 h 863944"/>
              <a:gd name="connsiteX13" fmla="*/ 181544 w 775182"/>
              <a:gd name="connsiteY13" fmla="*/ 863945 h 863944"/>
              <a:gd name="connsiteX14" fmla="*/ 593615 w 775182"/>
              <a:gd name="connsiteY14" fmla="*/ 863945 h 863944"/>
              <a:gd name="connsiteX15" fmla="*/ 637631 w 775182"/>
              <a:gd name="connsiteY15" fmla="*/ 819929 h 863944"/>
              <a:gd name="connsiteX16" fmla="*/ 637631 w 775182"/>
              <a:gd name="connsiteY16" fmla="*/ 802405 h 863944"/>
              <a:gd name="connsiteX17" fmla="*/ 387561 w 775182"/>
              <a:gd name="connsiteY17" fmla="*/ 552373 h 863944"/>
              <a:gd name="connsiteX18" fmla="*/ 619693 w 775182"/>
              <a:gd name="connsiteY18" fmla="*/ 819854 h 863944"/>
              <a:gd name="connsiteX19" fmla="*/ 593611 w 775182"/>
              <a:gd name="connsiteY19" fmla="*/ 845937 h 863944"/>
              <a:gd name="connsiteX20" fmla="*/ 181540 w 775182"/>
              <a:gd name="connsiteY20" fmla="*/ 845937 h 863944"/>
              <a:gd name="connsiteX21" fmla="*/ 155458 w 775182"/>
              <a:gd name="connsiteY21" fmla="*/ 819854 h 863944"/>
              <a:gd name="connsiteX22" fmla="*/ 155458 w 775182"/>
              <a:gd name="connsiteY22" fmla="*/ 802330 h 863944"/>
              <a:gd name="connsiteX23" fmla="*/ 387592 w 775182"/>
              <a:gd name="connsiteY23" fmla="*/ 570197 h 863944"/>
              <a:gd name="connsiteX24" fmla="*/ 619725 w 775182"/>
              <a:gd name="connsiteY24" fmla="*/ 802330 h 863944"/>
              <a:gd name="connsiteX25" fmla="*/ 322037 w 775182"/>
              <a:gd name="connsiteY25" fmla="*/ 139674 h 863944"/>
              <a:gd name="connsiteX26" fmla="*/ 310874 w 775182"/>
              <a:gd name="connsiteY26" fmla="*/ 196266 h 863944"/>
              <a:gd name="connsiteX27" fmla="*/ 317907 w 775182"/>
              <a:gd name="connsiteY27" fmla="*/ 214162 h 863944"/>
              <a:gd name="connsiteX28" fmla="*/ 337143 w 775182"/>
              <a:gd name="connsiteY28" fmla="*/ 215316 h 863944"/>
              <a:gd name="connsiteX29" fmla="*/ 387558 w 775182"/>
              <a:gd name="connsiteY29" fmla="*/ 187299 h 863944"/>
              <a:gd name="connsiteX30" fmla="*/ 437937 w 775182"/>
              <a:gd name="connsiteY30" fmla="*/ 215390 h 863944"/>
              <a:gd name="connsiteX31" fmla="*/ 446718 w 775182"/>
              <a:gd name="connsiteY31" fmla="*/ 217660 h 863944"/>
              <a:gd name="connsiteX32" fmla="*/ 457211 w 775182"/>
              <a:gd name="connsiteY32" fmla="*/ 214237 h 863944"/>
              <a:gd name="connsiteX33" fmla="*/ 464242 w 775182"/>
              <a:gd name="connsiteY33" fmla="*/ 196340 h 863944"/>
              <a:gd name="connsiteX34" fmla="*/ 453080 w 775182"/>
              <a:gd name="connsiteY34" fmla="*/ 139748 h 863944"/>
              <a:gd name="connsiteX35" fmla="*/ 495384 w 775182"/>
              <a:gd name="connsiteY35" fmla="*/ 100495 h 863944"/>
              <a:gd name="connsiteX36" fmla="*/ 500259 w 775182"/>
              <a:gd name="connsiteY36" fmla="*/ 81817 h 863944"/>
              <a:gd name="connsiteX37" fmla="*/ 485413 w 775182"/>
              <a:gd name="connsiteY37" fmla="*/ 69614 h 863944"/>
              <a:gd name="connsiteX38" fmla="*/ 428078 w 775182"/>
              <a:gd name="connsiteY38" fmla="*/ 62768 h 863944"/>
              <a:gd name="connsiteX39" fmla="*/ 403781 w 775182"/>
              <a:gd name="connsiteY39" fmla="*/ 10380 h 863944"/>
              <a:gd name="connsiteX40" fmla="*/ 387596 w 775182"/>
              <a:gd name="connsiteY40" fmla="*/ 0 h 863944"/>
              <a:gd name="connsiteX41" fmla="*/ 371412 w 775182"/>
              <a:gd name="connsiteY41" fmla="*/ 10380 h 863944"/>
              <a:gd name="connsiteX42" fmla="*/ 347115 w 775182"/>
              <a:gd name="connsiteY42" fmla="*/ 62768 h 863944"/>
              <a:gd name="connsiteX43" fmla="*/ 289779 w 775182"/>
              <a:gd name="connsiteY43" fmla="*/ 69614 h 863944"/>
              <a:gd name="connsiteX44" fmla="*/ 274934 w 775182"/>
              <a:gd name="connsiteY44" fmla="*/ 81817 h 863944"/>
              <a:gd name="connsiteX45" fmla="*/ 279808 w 775182"/>
              <a:gd name="connsiteY45" fmla="*/ 100495 h 863944"/>
              <a:gd name="connsiteX46" fmla="*/ 354109 w 775182"/>
              <a:gd name="connsiteY46" fmla="*/ 79846 h 863944"/>
              <a:gd name="connsiteX47" fmla="*/ 361142 w 775182"/>
              <a:gd name="connsiteY47" fmla="*/ 74711 h 863944"/>
              <a:gd name="connsiteX48" fmla="*/ 387558 w 775182"/>
              <a:gd name="connsiteY48" fmla="*/ 17858 h 863944"/>
              <a:gd name="connsiteX49" fmla="*/ 413938 w 775182"/>
              <a:gd name="connsiteY49" fmla="*/ 74711 h 863944"/>
              <a:gd name="connsiteX50" fmla="*/ 420970 w 775182"/>
              <a:gd name="connsiteY50" fmla="*/ 79846 h 863944"/>
              <a:gd name="connsiteX51" fmla="*/ 483255 w 775182"/>
              <a:gd name="connsiteY51" fmla="*/ 87362 h 863944"/>
              <a:gd name="connsiteX52" fmla="*/ 437267 w 775182"/>
              <a:gd name="connsiteY52" fmla="*/ 130039 h 863944"/>
              <a:gd name="connsiteX53" fmla="*/ 434588 w 775182"/>
              <a:gd name="connsiteY53" fmla="*/ 138336 h 863944"/>
              <a:gd name="connsiteX54" fmla="*/ 446680 w 775182"/>
              <a:gd name="connsiteY54" fmla="*/ 199875 h 863944"/>
              <a:gd name="connsiteX55" fmla="*/ 391911 w 775182"/>
              <a:gd name="connsiteY55" fmla="*/ 169292 h 863944"/>
              <a:gd name="connsiteX56" fmla="*/ 387521 w 775182"/>
              <a:gd name="connsiteY56" fmla="*/ 168139 h 863944"/>
              <a:gd name="connsiteX57" fmla="*/ 383130 w 775182"/>
              <a:gd name="connsiteY57" fmla="*/ 169292 h 863944"/>
              <a:gd name="connsiteX58" fmla="*/ 328361 w 775182"/>
              <a:gd name="connsiteY58" fmla="*/ 199875 h 863944"/>
              <a:gd name="connsiteX59" fmla="*/ 340453 w 775182"/>
              <a:gd name="connsiteY59" fmla="*/ 138336 h 863944"/>
              <a:gd name="connsiteX60" fmla="*/ 337775 w 775182"/>
              <a:gd name="connsiteY60" fmla="*/ 130039 h 863944"/>
              <a:gd name="connsiteX61" fmla="*/ 291787 w 775182"/>
              <a:gd name="connsiteY61" fmla="*/ 87362 h 863944"/>
              <a:gd name="connsiteX62" fmla="*/ 774286 w 775182"/>
              <a:gd name="connsiteY62" fmla="*/ 161589 h 863944"/>
              <a:gd name="connsiteX63" fmla="*/ 759440 w 775182"/>
              <a:gd name="connsiteY63" fmla="*/ 149386 h 863944"/>
              <a:gd name="connsiteX64" fmla="*/ 702104 w 775182"/>
              <a:gd name="connsiteY64" fmla="*/ 142539 h 863944"/>
              <a:gd name="connsiteX65" fmla="*/ 677808 w 775182"/>
              <a:gd name="connsiteY65" fmla="*/ 90153 h 863944"/>
              <a:gd name="connsiteX66" fmla="*/ 661623 w 775182"/>
              <a:gd name="connsiteY66" fmla="*/ 79772 h 863944"/>
              <a:gd name="connsiteX67" fmla="*/ 645438 w 775182"/>
              <a:gd name="connsiteY67" fmla="*/ 90153 h 863944"/>
              <a:gd name="connsiteX68" fmla="*/ 621142 w 775182"/>
              <a:gd name="connsiteY68" fmla="*/ 142539 h 863944"/>
              <a:gd name="connsiteX69" fmla="*/ 563806 w 775182"/>
              <a:gd name="connsiteY69" fmla="*/ 149386 h 863944"/>
              <a:gd name="connsiteX70" fmla="*/ 548960 w 775182"/>
              <a:gd name="connsiteY70" fmla="*/ 161589 h 863944"/>
              <a:gd name="connsiteX71" fmla="*/ 553834 w 775182"/>
              <a:gd name="connsiteY71" fmla="*/ 180267 h 863944"/>
              <a:gd name="connsiteX72" fmla="*/ 596139 w 775182"/>
              <a:gd name="connsiteY72" fmla="*/ 219520 h 863944"/>
              <a:gd name="connsiteX73" fmla="*/ 584976 w 775182"/>
              <a:gd name="connsiteY73" fmla="*/ 276112 h 863944"/>
              <a:gd name="connsiteX74" fmla="*/ 592009 w 775182"/>
              <a:gd name="connsiteY74" fmla="*/ 294009 h 863944"/>
              <a:gd name="connsiteX75" fmla="*/ 611244 w 775182"/>
              <a:gd name="connsiteY75" fmla="*/ 295162 h 863944"/>
              <a:gd name="connsiteX76" fmla="*/ 661623 w 775182"/>
              <a:gd name="connsiteY76" fmla="*/ 267071 h 863944"/>
              <a:gd name="connsiteX77" fmla="*/ 712002 w 775182"/>
              <a:gd name="connsiteY77" fmla="*/ 295162 h 863944"/>
              <a:gd name="connsiteX78" fmla="*/ 720783 w 775182"/>
              <a:gd name="connsiteY78" fmla="*/ 297432 h 863944"/>
              <a:gd name="connsiteX79" fmla="*/ 731276 w 775182"/>
              <a:gd name="connsiteY79" fmla="*/ 294009 h 863944"/>
              <a:gd name="connsiteX80" fmla="*/ 738308 w 775182"/>
              <a:gd name="connsiteY80" fmla="*/ 276112 h 863944"/>
              <a:gd name="connsiteX81" fmla="*/ 727146 w 775182"/>
              <a:gd name="connsiteY81" fmla="*/ 219520 h 863944"/>
              <a:gd name="connsiteX82" fmla="*/ 769450 w 775182"/>
              <a:gd name="connsiteY82" fmla="*/ 180267 h 863944"/>
              <a:gd name="connsiteX83" fmla="*/ 774287 w 775182"/>
              <a:gd name="connsiteY83" fmla="*/ 161589 h 863944"/>
              <a:gd name="connsiteX84" fmla="*/ 711294 w 775182"/>
              <a:gd name="connsiteY84" fmla="*/ 209698 h 863944"/>
              <a:gd name="connsiteX85" fmla="*/ 708615 w 775182"/>
              <a:gd name="connsiteY85" fmla="*/ 217995 h 863944"/>
              <a:gd name="connsiteX86" fmla="*/ 720744 w 775182"/>
              <a:gd name="connsiteY86" fmla="*/ 279498 h 863944"/>
              <a:gd name="connsiteX87" fmla="*/ 665975 w 775182"/>
              <a:gd name="connsiteY87" fmla="*/ 248914 h 863944"/>
              <a:gd name="connsiteX88" fmla="*/ 661585 w 775182"/>
              <a:gd name="connsiteY88" fmla="*/ 247761 h 863944"/>
              <a:gd name="connsiteX89" fmla="*/ 657195 w 775182"/>
              <a:gd name="connsiteY89" fmla="*/ 248914 h 863944"/>
              <a:gd name="connsiteX90" fmla="*/ 602538 w 775182"/>
              <a:gd name="connsiteY90" fmla="*/ 279498 h 863944"/>
              <a:gd name="connsiteX91" fmla="*/ 614630 w 775182"/>
              <a:gd name="connsiteY91" fmla="*/ 217958 h 863944"/>
              <a:gd name="connsiteX92" fmla="*/ 611950 w 775182"/>
              <a:gd name="connsiteY92" fmla="*/ 209661 h 863944"/>
              <a:gd name="connsiteX93" fmla="*/ 565963 w 775182"/>
              <a:gd name="connsiteY93" fmla="*/ 166984 h 863944"/>
              <a:gd name="connsiteX94" fmla="*/ 628247 w 775182"/>
              <a:gd name="connsiteY94" fmla="*/ 159542 h 863944"/>
              <a:gd name="connsiteX95" fmla="*/ 635280 w 775182"/>
              <a:gd name="connsiteY95" fmla="*/ 154408 h 863944"/>
              <a:gd name="connsiteX96" fmla="*/ 661659 w 775182"/>
              <a:gd name="connsiteY96" fmla="*/ 97556 h 863944"/>
              <a:gd name="connsiteX97" fmla="*/ 688039 w 775182"/>
              <a:gd name="connsiteY97" fmla="*/ 154408 h 863944"/>
              <a:gd name="connsiteX98" fmla="*/ 695071 w 775182"/>
              <a:gd name="connsiteY98" fmla="*/ 159542 h 863944"/>
              <a:gd name="connsiteX99" fmla="*/ 757356 w 775182"/>
              <a:gd name="connsiteY99" fmla="*/ 167058 h 863944"/>
              <a:gd name="connsiteX100" fmla="*/ 172684 w 775182"/>
              <a:gd name="connsiteY100" fmla="*/ 297395 h 863944"/>
              <a:gd name="connsiteX101" fmla="*/ 183177 w 775182"/>
              <a:gd name="connsiteY101" fmla="*/ 293972 h 863944"/>
              <a:gd name="connsiteX102" fmla="*/ 190209 w 775182"/>
              <a:gd name="connsiteY102" fmla="*/ 276075 h 863944"/>
              <a:gd name="connsiteX103" fmla="*/ 179047 w 775182"/>
              <a:gd name="connsiteY103" fmla="*/ 219483 h 863944"/>
              <a:gd name="connsiteX104" fmla="*/ 221351 w 775182"/>
              <a:gd name="connsiteY104" fmla="*/ 180230 h 863944"/>
              <a:gd name="connsiteX105" fmla="*/ 226225 w 775182"/>
              <a:gd name="connsiteY105" fmla="*/ 161552 h 863944"/>
              <a:gd name="connsiteX106" fmla="*/ 211379 w 775182"/>
              <a:gd name="connsiteY106" fmla="*/ 149349 h 863944"/>
              <a:gd name="connsiteX107" fmla="*/ 154043 w 775182"/>
              <a:gd name="connsiteY107" fmla="*/ 142503 h 863944"/>
              <a:gd name="connsiteX108" fmla="*/ 129747 w 775182"/>
              <a:gd name="connsiteY108" fmla="*/ 90116 h 863944"/>
              <a:gd name="connsiteX109" fmla="*/ 113562 w 775182"/>
              <a:gd name="connsiteY109" fmla="*/ 79735 h 863944"/>
              <a:gd name="connsiteX110" fmla="*/ 97377 w 775182"/>
              <a:gd name="connsiteY110" fmla="*/ 90116 h 863944"/>
              <a:gd name="connsiteX111" fmla="*/ 73081 w 775182"/>
              <a:gd name="connsiteY111" fmla="*/ 142503 h 863944"/>
              <a:gd name="connsiteX112" fmla="*/ 15745 w 775182"/>
              <a:gd name="connsiteY112" fmla="*/ 149349 h 863944"/>
              <a:gd name="connsiteX113" fmla="*/ 900 w 775182"/>
              <a:gd name="connsiteY113" fmla="*/ 161552 h 863944"/>
              <a:gd name="connsiteX114" fmla="*/ 5774 w 775182"/>
              <a:gd name="connsiteY114" fmla="*/ 180230 h 863944"/>
              <a:gd name="connsiteX115" fmla="*/ 48078 w 775182"/>
              <a:gd name="connsiteY115" fmla="*/ 219483 h 863944"/>
              <a:gd name="connsiteX116" fmla="*/ 36915 w 775182"/>
              <a:gd name="connsiteY116" fmla="*/ 276075 h 863944"/>
              <a:gd name="connsiteX117" fmla="*/ 43948 w 775182"/>
              <a:gd name="connsiteY117" fmla="*/ 293972 h 863944"/>
              <a:gd name="connsiteX118" fmla="*/ 63184 w 775182"/>
              <a:gd name="connsiteY118" fmla="*/ 295125 h 863944"/>
              <a:gd name="connsiteX119" fmla="*/ 113562 w 775182"/>
              <a:gd name="connsiteY119" fmla="*/ 267034 h 863944"/>
              <a:gd name="connsiteX120" fmla="*/ 163941 w 775182"/>
              <a:gd name="connsiteY120" fmla="*/ 295125 h 863944"/>
              <a:gd name="connsiteX121" fmla="*/ 172685 w 775182"/>
              <a:gd name="connsiteY121" fmla="*/ 297395 h 863944"/>
              <a:gd name="connsiteX122" fmla="*/ 113525 w 775182"/>
              <a:gd name="connsiteY122" fmla="*/ 247872 h 863944"/>
              <a:gd name="connsiteX123" fmla="*/ 109135 w 775182"/>
              <a:gd name="connsiteY123" fmla="*/ 249026 h 863944"/>
              <a:gd name="connsiteX124" fmla="*/ 54366 w 775182"/>
              <a:gd name="connsiteY124" fmla="*/ 279498 h 863944"/>
              <a:gd name="connsiteX125" fmla="*/ 66458 w 775182"/>
              <a:gd name="connsiteY125" fmla="*/ 217958 h 863944"/>
              <a:gd name="connsiteX126" fmla="*/ 63779 w 775182"/>
              <a:gd name="connsiteY126" fmla="*/ 209661 h 863944"/>
              <a:gd name="connsiteX127" fmla="*/ 17791 w 775182"/>
              <a:gd name="connsiteY127" fmla="*/ 166984 h 863944"/>
              <a:gd name="connsiteX128" fmla="*/ 80076 w 775182"/>
              <a:gd name="connsiteY128" fmla="*/ 159542 h 863944"/>
              <a:gd name="connsiteX129" fmla="*/ 87108 w 775182"/>
              <a:gd name="connsiteY129" fmla="*/ 154408 h 863944"/>
              <a:gd name="connsiteX130" fmla="*/ 113488 w 775182"/>
              <a:gd name="connsiteY130" fmla="*/ 97556 h 863944"/>
              <a:gd name="connsiteX131" fmla="*/ 139867 w 775182"/>
              <a:gd name="connsiteY131" fmla="*/ 154408 h 863944"/>
              <a:gd name="connsiteX132" fmla="*/ 146900 w 775182"/>
              <a:gd name="connsiteY132" fmla="*/ 159542 h 863944"/>
              <a:gd name="connsiteX133" fmla="*/ 209185 w 775182"/>
              <a:gd name="connsiteY133" fmla="*/ 167058 h 863944"/>
              <a:gd name="connsiteX134" fmla="*/ 163197 w 775182"/>
              <a:gd name="connsiteY134" fmla="*/ 209735 h 863944"/>
              <a:gd name="connsiteX135" fmla="*/ 160518 w 775182"/>
              <a:gd name="connsiteY135" fmla="*/ 218032 h 863944"/>
              <a:gd name="connsiteX136" fmla="*/ 172572 w 775182"/>
              <a:gd name="connsiteY136" fmla="*/ 279498 h 863944"/>
              <a:gd name="connsiteX137" fmla="*/ 117804 w 775182"/>
              <a:gd name="connsiteY137" fmla="*/ 248914 h 863944"/>
              <a:gd name="connsiteX138" fmla="*/ 113525 w 775182"/>
              <a:gd name="connsiteY138" fmla="*/ 247872 h 86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75182" h="863944">
                <a:moveTo>
                  <a:pt x="387559" y="516207"/>
                </a:moveTo>
                <a:cubicBezTo>
                  <a:pt x="454718" y="516207"/>
                  <a:pt x="509375" y="461550"/>
                  <a:pt x="509375" y="394392"/>
                </a:cubicBezTo>
                <a:cubicBezTo>
                  <a:pt x="509375" y="327234"/>
                  <a:pt x="454717" y="272576"/>
                  <a:pt x="387559" y="272576"/>
                </a:cubicBezTo>
                <a:cubicBezTo>
                  <a:pt x="320401" y="272576"/>
                  <a:pt x="265744" y="327234"/>
                  <a:pt x="265744" y="394392"/>
                </a:cubicBezTo>
                <a:cubicBezTo>
                  <a:pt x="265744" y="461513"/>
                  <a:pt x="320401" y="516207"/>
                  <a:pt x="387559" y="516207"/>
                </a:cubicBezTo>
                <a:close/>
                <a:moveTo>
                  <a:pt x="387559" y="290360"/>
                </a:moveTo>
                <a:cubicBezTo>
                  <a:pt x="444895" y="290360"/>
                  <a:pt x="491591" y="337017"/>
                  <a:pt x="491591" y="394392"/>
                </a:cubicBezTo>
                <a:cubicBezTo>
                  <a:pt x="491591" y="451727"/>
                  <a:pt x="444934" y="498424"/>
                  <a:pt x="387559" y="498424"/>
                </a:cubicBezTo>
                <a:cubicBezTo>
                  <a:pt x="330224" y="498424"/>
                  <a:pt x="283527" y="451766"/>
                  <a:pt x="283527" y="394392"/>
                </a:cubicBezTo>
                <a:cubicBezTo>
                  <a:pt x="283527" y="337017"/>
                  <a:pt x="330222" y="290360"/>
                  <a:pt x="387559" y="290360"/>
                </a:cubicBezTo>
                <a:close/>
                <a:moveTo>
                  <a:pt x="387559" y="552373"/>
                </a:moveTo>
                <a:cubicBezTo>
                  <a:pt x="249742" y="552373"/>
                  <a:pt x="137528" y="664483"/>
                  <a:pt x="137528" y="802405"/>
                </a:cubicBezTo>
                <a:lnTo>
                  <a:pt x="137528" y="819929"/>
                </a:lnTo>
                <a:cubicBezTo>
                  <a:pt x="137528" y="844225"/>
                  <a:pt x="157248" y="863945"/>
                  <a:pt x="181544" y="863945"/>
                </a:cubicBezTo>
                <a:lnTo>
                  <a:pt x="593615" y="863945"/>
                </a:lnTo>
                <a:cubicBezTo>
                  <a:pt x="617911" y="863945"/>
                  <a:pt x="637631" y="844225"/>
                  <a:pt x="637631" y="819929"/>
                </a:cubicBezTo>
                <a:lnTo>
                  <a:pt x="637631" y="802405"/>
                </a:lnTo>
                <a:cubicBezTo>
                  <a:pt x="637593" y="664511"/>
                  <a:pt x="525378" y="552373"/>
                  <a:pt x="387561" y="552373"/>
                </a:cubicBezTo>
                <a:close/>
                <a:moveTo>
                  <a:pt x="619693" y="819854"/>
                </a:moveTo>
                <a:cubicBezTo>
                  <a:pt x="619693" y="834253"/>
                  <a:pt x="607973" y="845937"/>
                  <a:pt x="593611" y="845937"/>
                </a:cubicBezTo>
                <a:lnTo>
                  <a:pt x="181540" y="845937"/>
                </a:lnTo>
                <a:cubicBezTo>
                  <a:pt x="167141" y="845937"/>
                  <a:pt x="155458" y="834216"/>
                  <a:pt x="155458" y="819854"/>
                </a:cubicBezTo>
                <a:lnTo>
                  <a:pt x="155458" y="802330"/>
                </a:lnTo>
                <a:cubicBezTo>
                  <a:pt x="155458" y="674305"/>
                  <a:pt x="259566" y="570197"/>
                  <a:pt x="387592" y="570197"/>
                </a:cubicBezTo>
                <a:cubicBezTo>
                  <a:pt x="515617" y="570197"/>
                  <a:pt x="619725" y="674305"/>
                  <a:pt x="619725" y="802330"/>
                </a:cubicBezTo>
                <a:close/>
                <a:moveTo>
                  <a:pt x="322037" y="139674"/>
                </a:moveTo>
                <a:lnTo>
                  <a:pt x="310874" y="196266"/>
                </a:lnTo>
                <a:cubicBezTo>
                  <a:pt x="309535" y="203224"/>
                  <a:pt x="312214" y="210070"/>
                  <a:pt x="317907" y="214162"/>
                </a:cubicBezTo>
                <a:cubicBezTo>
                  <a:pt x="323636" y="218255"/>
                  <a:pt x="330967" y="218739"/>
                  <a:pt x="337143" y="215316"/>
                </a:cubicBezTo>
                <a:lnTo>
                  <a:pt x="387558" y="187299"/>
                </a:lnTo>
                <a:lnTo>
                  <a:pt x="437937" y="215390"/>
                </a:lnTo>
                <a:cubicBezTo>
                  <a:pt x="440690" y="216915"/>
                  <a:pt x="443666" y="217660"/>
                  <a:pt x="446718" y="217660"/>
                </a:cubicBezTo>
                <a:cubicBezTo>
                  <a:pt x="450439" y="217660"/>
                  <a:pt x="454048" y="216507"/>
                  <a:pt x="457211" y="214237"/>
                </a:cubicBezTo>
                <a:cubicBezTo>
                  <a:pt x="462940" y="210144"/>
                  <a:pt x="465582" y="203186"/>
                  <a:pt x="464242" y="196340"/>
                </a:cubicBezTo>
                <a:lnTo>
                  <a:pt x="453080" y="139748"/>
                </a:lnTo>
                <a:lnTo>
                  <a:pt x="495384" y="100495"/>
                </a:lnTo>
                <a:cubicBezTo>
                  <a:pt x="500519" y="95732"/>
                  <a:pt x="502417" y="88589"/>
                  <a:pt x="500259" y="81817"/>
                </a:cubicBezTo>
                <a:cubicBezTo>
                  <a:pt x="498064" y="75157"/>
                  <a:pt x="492371" y="70395"/>
                  <a:pt x="485413" y="69614"/>
                </a:cubicBezTo>
                <a:lnTo>
                  <a:pt x="428078" y="62768"/>
                </a:lnTo>
                <a:lnTo>
                  <a:pt x="403781" y="10380"/>
                </a:lnTo>
                <a:cubicBezTo>
                  <a:pt x="400842" y="3981"/>
                  <a:pt x="394628" y="0"/>
                  <a:pt x="387596" y="0"/>
                </a:cubicBezTo>
                <a:cubicBezTo>
                  <a:pt x="380564" y="0"/>
                  <a:pt x="374351" y="4018"/>
                  <a:pt x="371412" y="10380"/>
                </a:cubicBezTo>
                <a:lnTo>
                  <a:pt x="347115" y="62768"/>
                </a:lnTo>
                <a:lnTo>
                  <a:pt x="289779" y="69614"/>
                </a:lnTo>
                <a:cubicBezTo>
                  <a:pt x="282747" y="70469"/>
                  <a:pt x="277129" y="75120"/>
                  <a:pt x="274934" y="81817"/>
                </a:cubicBezTo>
                <a:cubicBezTo>
                  <a:pt x="272738" y="88477"/>
                  <a:pt x="274636" y="95621"/>
                  <a:pt x="279808" y="100495"/>
                </a:cubicBezTo>
                <a:close/>
                <a:moveTo>
                  <a:pt x="354109" y="79846"/>
                </a:moveTo>
                <a:cubicBezTo>
                  <a:pt x="357160" y="79473"/>
                  <a:pt x="359840" y="77576"/>
                  <a:pt x="361142" y="74711"/>
                </a:cubicBezTo>
                <a:lnTo>
                  <a:pt x="387558" y="17858"/>
                </a:lnTo>
                <a:lnTo>
                  <a:pt x="413938" y="74711"/>
                </a:lnTo>
                <a:cubicBezTo>
                  <a:pt x="415277" y="77576"/>
                  <a:pt x="417956" y="79473"/>
                  <a:pt x="420970" y="79846"/>
                </a:cubicBezTo>
                <a:lnTo>
                  <a:pt x="483255" y="87362"/>
                </a:lnTo>
                <a:lnTo>
                  <a:pt x="437267" y="130039"/>
                </a:lnTo>
                <a:cubicBezTo>
                  <a:pt x="434998" y="132122"/>
                  <a:pt x="433918" y="135284"/>
                  <a:pt x="434588" y="138336"/>
                </a:cubicBezTo>
                <a:lnTo>
                  <a:pt x="446680" y="199875"/>
                </a:lnTo>
                <a:lnTo>
                  <a:pt x="391911" y="169292"/>
                </a:lnTo>
                <a:cubicBezTo>
                  <a:pt x="390572" y="168547"/>
                  <a:pt x="389046" y="168139"/>
                  <a:pt x="387521" y="168139"/>
                </a:cubicBezTo>
                <a:cubicBezTo>
                  <a:pt x="385995" y="168139"/>
                  <a:pt x="384470" y="168510"/>
                  <a:pt x="383130" y="169292"/>
                </a:cubicBezTo>
                <a:lnTo>
                  <a:pt x="328361" y="199875"/>
                </a:lnTo>
                <a:lnTo>
                  <a:pt x="340453" y="138336"/>
                </a:lnTo>
                <a:cubicBezTo>
                  <a:pt x="341012" y="135284"/>
                  <a:pt x="340082" y="132159"/>
                  <a:pt x="337775" y="130039"/>
                </a:cubicBezTo>
                <a:lnTo>
                  <a:pt x="291787" y="87362"/>
                </a:lnTo>
                <a:close/>
                <a:moveTo>
                  <a:pt x="774286" y="161589"/>
                </a:moveTo>
                <a:cubicBezTo>
                  <a:pt x="772090" y="154929"/>
                  <a:pt x="766398" y="150167"/>
                  <a:pt x="759440" y="149386"/>
                </a:cubicBezTo>
                <a:lnTo>
                  <a:pt x="702104" y="142539"/>
                </a:lnTo>
                <a:lnTo>
                  <a:pt x="677808" y="90153"/>
                </a:lnTo>
                <a:cubicBezTo>
                  <a:pt x="674869" y="83753"/>
                  <a:pt x="668655" y="79772"/>
                  <a:pt x="661623" y="79772"/>
                </a:cubicBezTo>
                <a:cubicBezTo>
                  <a:pt x="654591" y="79772"/>
                  <a:pt x="648378" y="83790"/>
                  <a:pt x="645438" y="90153"/>
                </a:cubicBezTo>
                <a:lnTo>
                  <a:pt x="621142" y="142539"/>
                </a:lnTo>
                <a:lnTo>
                  <a:pt x="563806" y="149386"/>
                </a:lnTo>
                <a:cubicBezTo>
                  <a:pt x="556848" y="150241"/>
                  <a:pt x="551156" y="154892"/>
                  <a:pt x="548960" y="161589"/>
                </a:cubicBezTo>
                <a:cubicBezTo>
                  <a:pt x="546765" y="168249"/>
                  <a:pt x="548662" y="175393"/>
                  <a:pt x="553834" y="180267"/>
                </a:cubicBezTo>
                <a:lnTo>
                  <a:pt x="596139" y="219520"/>
                </a:lnTo>
                <a:lnTo>
                  <a:pt x="584976" y="276112"/>
                </a:lnTo>
                <a:cubicBezTo>
                  <a:pt x="583637" y="283070"/>
                  <a:pt x="586317" y="289916"/>
                  <a:pt x="592009" y="294009"/>
                </a:cubicBezTo>
                <a:cubicBezTo>
                  <a:pt x="597739" y="298102"/>
                  <a:pt x="605068" y="298585"/>
                  <a:pt x="611244" y="295162"/>
                </a:cubicBezTo>
                <a:lnTo>
                  <a:pt x="661623" y="267071"/>
                </a:lnTo>
                <a:lnTo>
                  <a:pt x="712002" y="295162"/>
                </a:lnTo>
                <a:cubicBezTo>
                  <a:pt x="714755" y="296688"/>
                  <a:pt x="717732" y="297432"/>
                  <a:pt x="720783" y="297432"/>
                </a:cubicBezTo>
                <a:cubicBezTo>
                  <a:pt x="724503" y="297432"/>
                  <a:pt x="728112" y="296278"/>
                  <a:pt x="731276" y="294009"/>
                </a:cubicBezTo>
                <a:cubicBezTo>
                  <a:pt x="737005" y="289916"/>
                  <a:pt x="739647" y="282958"/>
                  <a:pt x="738308" y="276112"/>
                </a:cubicBezTo>
                <a:lnTo>
                  <a:pt x="727146" y="219520"/>
                </a:lnTo>
                <a:lnTo>
                  <a:pt x="769450" y="180267"/>
                </a:lnTo>
                <a:cubicBezTo>
                  <a:pt x="774658" y="175393"/>
                  <a:pt x="776444" y="168249"/>
                  <a:pt x="774287" y="161589"/>
                </a:cubicBezTo>
                <a:close/>
                <a:moveTo>
                  <a:pt x="711294" y="209698"/>
                </a:moveTo>
                <a:cubicBezTo>
                  <a:pt x="709024" y="211781"/>
                  <a:pt x="707945" y="214944"/>
                  <a:pt x="708615" y="217995"/>
                </a:cubicBezTo>
                <a:lnTo>
                  <a:pt x="720744" y="279498"/>
                </a:lnTo>
                <a:lnTo>
                  <a:pt x="665975" y="248914"/>
                </a:lnTo>
                <a:cubicBezTo>
                  <a:pt x="664636" y="248171"/>
                  <a:pt x="663111" y="247761"/>
                  <a:pt x="661585" y="247761"/>
                </a:cubicBezTo>
                <a:cubicBezTo>
                  <a:pt x="660059" y="247761"/>
                  <a:pt x="658534" y="248133"/>
                  <a:pt x="657195" y="248914"/>
                </a:cubicBezTo>
                <a:lnTo>
                  <a:pt x="602538" y="279498"/>
                </a:lnTo>
                <a:lnTo>
                  <a:pt x="614630" y="217958"/>
                </a:lnTo>
                <a:cubicBezTo>
                  <a:pt x="615188" y="214907"/>
                  <a:pt x="614257" y="211781"/>
                  <a:pt x="611950" y="209661"/>
                </a:cubicBezTo>
                <a:lnTo>
                  <a:pt x="565963" y="166984"/>
                </a:lnTo>
                <a:lnTo>
                  <a:pt x="628247" y="159542"/>
                </a:lnTo>
                <a:cubicBezTo>
                  <a:pt x="631298" y="159171"/>
                  <a:pt x="633978" y="157273"/>
                  <a:pt x="635280" y="154408"/>
                </a:cubicBezTo>
                <a:lnTo>
                  <a:pt x="661659" y="97556"/>
                </a:lnTo>
                <a:lnTo>
                  <a:pt x="688039" y="154408"/>
                </a:lnTo>
                <a:cubicBezTo>
                  <a:pt x="689378" y="157273"/>
                  <a:pt x="692057" y="159171"/>
                  <a:pt x="695071" y="159542"/>
                </a:cubicBezTo>
                <a:lnTo>
                  <a:pt x="757356" y="167058"/>
                </a:lnTo>
                <a:close/>
                <a:moveTo>
                  <a:pt x="172684" y="297395"/>
                </a:moveTo>
                <a:cubicBezTo>
                  <a:pt x="176404" y="297395"/>
                  <a:pt x="180013" y="296241"/>
                  <a:pt x="183177" y="293972"/>
                </a:cubicBezTo>
                <a:cubicBezTo>
                  <a:pt x="188907" y="289879"/>
                  <a:pt x="191548" y="282921"/>
                  <a:pt x="190209" y="276075"/>
                </a:cubicBezTo>
                <a:lnTo>
                  <a:pt x="179047" y="219483"/>
                </a:lnTo>
                <a:lnTo>
                  <a:pt x="221351" y="180230"/>
                </a:lnTo>
                <a:cubicBezTo>
                  <a:pt x="226485" y="175467"/>
                  <a:pt x="228383" y="168323"/>
                  <a:pt x="226225" y="161552"/>
                </a:cubicBezTo>
                <a:cubicBezTo>
                  <a:pt x="224029" y="154892"/>
                  <a:pt x="218337" y="150130"/>
                  <a:pt x="211379" y="149349"/>
                </a:cubicBezTo>
                <a:lnTo>
                  <a:pt x="154043" y="142503"/>
                </a:lnTo>
                <a:lnTo>
                  <a:pt x="129747" y="90116"/>
                </a:lnTo>
                <a:cubicBezTo>
                  <a:pt x="126808" y="83716"/>
                  <a:pt x="120595" y="79735"/>
                  <a:pt x="113562" y="79735"/>
                </a:cubicBezTo>
                <a:cubicBezTo>
                  <a:pt x="106530" y="79735"/>
                  <a:pt x="100317" y="83754"/>
                  <a:pt x="97377" y="90116"/>
                </a:cubicBezTo>
                <a:lnTo>
                  <a:pt x="73081" y="142503"/>
                </a:lnTo>
                <a:lnTo>
                  <a:pt x="15745" y="149349"/>
                </a:lnTo>
                <a:cubicBezTo>
                  <a:pt x="8787" y="150205"/>
                  <a:pt x="3095" y="154855"/>
                  <a:pt x="900" y="161552"/>
                </a:cubicBezTo>
                <a:cubicBezTo>
                  <a:pt x="-1296" y="168212"/>
                  <a:pt x="602" y="175356"/>
                  <a:pt x="5774" y="180230"/>
                </a:cubicBezTo>
                <a:lnTo>
                  <a:pt x="48078" y="219483"/>
                </a:lnTo>
                <a:lnTo>
                  <a:pt x="36915" y="276075"/>
                </a:lnTo>
                <a:cubicBezTo>
                  <a:pt x="35576" y="283033"/>
                  <a:pt x="38255" y="289879"/>
                  <a:pt x="43948" y="293972"/>
                </a:cubicBezTo>
                <a:cubicBezTo>
                  <a:pt x="49678" y="298176"/>
                  <a:pt x="57008" y="298548"/>
                  <a:pt x="63184" y="295125"/>
                </a:cubicBezTo>
                <a:lnTo>
                  <a:pt x="113562" y="267034"/>
                </a:lnTo>
                <a:lnTo>
                  <a:pt x="163941" y="295125"/>
                </a:lnTo>
                <a:cubicBezTo>
                  <a:pt x="166657" y="296651"/>
                  <a:pt x="169634" y="297395"/>
                  <a:pt x="172685" y="297395"/>
                </a:cubicBezTo>
                <a:close/>
                <a:moveTo>
                  <a:pt x="113525" y="247872"/>
                </a:moveTo>
                <a:cubicBezTo>
                  <a:pt x="111999" y="247872"/>
                  <a:pt x="110474" y="248245"/>
                  <a:pt x="109135" y="249026"/>
                </a:cubicBezTo>
                <a:lnTo>
                  <a:pt x="54366" y="279498"/>
                </a:lnTo>
                <a:lnTo>
                  <a:pt x="66458" y="217958"/>
                </a:lnTo>
                <a:cubicBezTo>
                  <a:pt x="67016" y="214907"/>
                  <a:pt x="66086" y="211781"/>
                  <a:pt x="63779" y="209661"/>
                </a:cubicBezTo>
                <a:lnTo>
                  <a:pt x="17791" y="166984"/>
                </a:lnTo>
                <a:lnTo>
                  <a:pt x="80076" y="159542"/>
                </a:lnTo>
                <a:cubicBezTo>
                  <a:pt x="83127" y="159171"/>
                  <a:pt x="85806" y="157273"/>
                  <a:pt x="87108" y="154408"/>
                </a:cubicBezTo>
                <a:lnTo>
                  <a:pt x="113488" y="97556"/>
                </a:lnTo>
                <a:lnTo>
                  <a:pt x="139867" y="154408"/>
                </a:lnTo>
                <a:cubicBezTo>
                  <a:pt x="141207" y="157273"/>
                  <a:pt x="143886" y="159171"/>
                  <a:pt x="146900" y="159542"/>
                </a:cubicBezTo>
                <a:lnTo>
                  <a:pt x="209185" y="167058"/>
                </a:lnTo>
                <a:lnTo>
                  <a:pt x="163197" y="209735"/>
                </a:lnTo>
                <a:cubicBezTo>
                  <a:pt x="160927" y="211819"/>
                  <a:pt x="159848" y="214982"/>
                  <a:pt x="160518" y="218032"/>
                </a:cubicBezTo>
                <a:lnTo>
                  <a:pt x="172572" y="279498"/>
                </a:lnTo>
                <a:lnTo>
                  <a:pt x="117804" y="248914"/>
                </a:lnTo>
                <a:cubicBezTo>
                  <a:pt x="116464" y="248245"/>
                  <a:pt x="114939" y="247872"/>
                  <a:pt x="113525" y="24787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09585"/>
            <a:endParaRPr lang="en-GB" sz="2400">
              <a:solidFill>
                <a:srgbClr val="404040"/>
              </a:solidFill>
              <a:latin typeface="Poppin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FD2F84B-C216-7C34-1C77-9CB52602F675}"/>
              </a:ext>
            </a:extLst>
          </p:cNvPr>
          <p:cNvSpPr/>
          <p:nvPr/>
        </p:nvSpPr>
        <p:spPr>
          <a:xfrm>
            <a:off x="4518297" y="5477652"/>
            <a:ext cx="418395" cy="316347"/>
          </a:xfrm>
          <a:custGeom>
            <a:avLst/>
            <a:gdLst>
              <a:gd name="connsiteX0" fmla="*/ 781050 w 781050"/>
              <a:gd name="connsiteY0" fmla="*/ 276114 h 590550"/>
              <a:gd name="connsiteX1" fmla="*/ 781050 w 781050"/>
              <a:gd name="connsiteY1" fmla="*/ 390528 h 590550"/>
              <a:gd name="connsiteX2" fmla="*/ 771525 w 781050"/>
              <a:gd name="connsiteY2" fmla="*/ 400053 h 590550"/>
              <a:gd name="connsiteX3" fmla="*/ 762000 w 781050"/>
              <a:gd name="connsiteY3" fmla="*/ 390528 h 590550"/>
              <a:gd name="connsiteX4" fmla="*/ 762000 w 781050"/>
              <a:gd name="connsiteY4" fmla="*/ 276114 h 590550"/>
              <a:gd name="connsiteX5" fmla="*/ 695437 w 781050"/>
              <a:gd name="connsiteY5" fmla="*/ 209550 h 590550"/>
              <a:gd name="connsiteX6" fmla="*/ 618939 w 781050"/>
              <a:gd name="connsiteY6" fmla="*/ 209550 h 590550"/>
              <a:gd name="connsiteX7" fmla="*/ 552450 w 781050"/>
              <a:gd name="connsiteY7" fmla="*/ 276114 h 590550"/>
              <a:gd name="connsiteX8" fmla="*/ 552450 w 781050"/>
              <a:gd name="connsiteY8" fmla="*/ 295275 h 590550"/>
              <a:gd name="connsiteX9" fmla="*/ 542925 w 781050"/>
              <a:gd name="connsiteY9" fmla="*/ 304800 h 590550"/>
              <a:gd name="connsiteX10" fmla="*/ 533400 w 781050"/>
              <a:gd name="connsiteY10" fmla="*/ 295275 h 590550"/>
              <a:gd name="connsiteX11" fmla="*/ 533400 w 781050"/>
              <a:gd name="connsiteY11" fmla="*/ 276114 h 590550"/>
              <a:gd name="connsiteX12" fmla="*/ 619014 w 781050"/>
              <a:gd name="connsiteY12" fmla="*/ 190500 h 590550"/>
              <a:gd name="connsiteX13" fmla="*/ 695511 w 781050"/>
              <a:gd name="connsiteY13" fmla="*/ 190500 h 590550"/>
              <a:gd name="connsiteX14" fmla="*/ 781050 w 781050"/>
              <a:gd name="connsiteY14" fmla="*/ 276114 h 590550"/>
              <a:gd name="connsiteX15" fmla="*/ 468068 w 781050"/>
              <a:gd name="connsiteY15" fmla="*/ 342900 h 590550"/>
              <a:gd name="connsiteX16" fmla="*/ 312992 w 781050"/>
              <a:gd name="connsiteY16" fmla="*/ 342900 h 590550"/>
              <a:gd name="connsiteX17" fmla="*/ 190510 w 781050"/>
              <a:gd name="connsiteY17" fmla="*/ 465382 h 590550"/>
              <a:gd name="connsiteX18" fmla="*/ 190510 w 781050"/>
              <a:gd name="connsiteY18" fmla="*/ 581025 h 590550"/>
              <a:gd name="connsiteX19" fmla="*/ 200035 w 781050"/>
              <a:gd name="connsiteY19" fmla="*/ 590550 h 590550"/>
              <a:gd name="connsiteX20" fmla="*/ 209560 w 781050"/>
              <a:gd name="connsiteY20" fmla="*/ 581025 h 590550"/>
              <a:gd name="connsiteX21" fmla="*/ 209560 w 781050"/>
              <a:gd name="connsiteY21" fmla="*/ 465382 h 590550"/>
              <a:gd name="connsiteX22" fmla="*/ 312992 w 781050"/>
              <a:gd name="connsiteY22" fmla="*/ 361950 h 590550"/>
              <a:gd name="connsiteX23" fmla="*/ 468068 w 781050"/>
              <a:gd name="connsiteY23" fmla="*/ 361950 h 590550"/>
              <a:gd name="connsiteX24" fmla="*/ 571500 w 781050"/>
              <a:gd name="connsiteY24" fmla="*/ 465382 h 590550"/>
              <a:gd name="connsiteX25" fmla="*/ 571500 w 781050"/>
              <a:gd name="connsiteY25" fmla="*/ 581025 h 590550"/>
              <a:gd name="connsiteX26" fmla="*/ 581025 w 781050"/>
              <a:gd name="connsiteY26" fmla="*/ 590550 h 590550"/>
              <a:gd name="connsiteX27" fmla="*/ 590550 w 781050"/>
              <a:gd name="connsiteY27" fmla="*/ 581025 h 590550"/>
              <a:gd name="connsiteX28" fmla="*/ 590550 w 781050"/>
              <a:gd name="connsiteY28" fmla="*/ 465382 h 590550"/>
              <a:gd name="connsiteX29" fmla="*/ 468068 w 781050"/>
              <a:gd name="connsiteY29" fmla="*/ 342900 h 590550"/>
              <a:gd name="connsiteX30" fmla="*/ 285750 w 781050"/>
              <a:gd name="connsiteY30" fmla="*/ 180975 h 590550"/>
              <a:gd name="connsiteX31" fmla="*/ 390525 w 781050"/>
              <a:gd name="connsiteY31" fmla="*/ 76200 h 590550"/>
              <a:gd name="connsiteX32" fmla="*/ 495300 w 781050"/>
              <a:gd name="connsiteY32" fmla="*/ 180975 h 590550"/>
              <a:gd name="connsiteX33" fmla="*/ 390525 w 781050"/>
              <a:gd name="connsiteY33" fmla="*/ 304800 h 590550"/>
              <a:gd name="connsiteX34" fmla="*/ 285750 w 781050"/>
              <a:gd name="connsiteY34" fmla="*/ 180975 h 590550"/>
              <a:gd name="connsiteX35" fmla="*/ 304800 w 781050"/>
              <a:gd name="connsiteY35" fmla="*/ 180975 h 590550"/>
              <a:gd name="connsiteX36" fmla="*/ 390525 w 781050"/>
              <a:gd name="connsiteY36" fmla="*/ 285750 h 590550"/>
              <a:gd name="connsiteX37" fmla="*/ 476250 w 781050"/>
              <a:gd name="connsiteY37" fmla="*/ 180975 h 590550"/>
              <a:gd name="connsiteX38" fmla="*/ 390525 w 781050"/>
              <a:gd name="connsiteY38" fmla="*/ 95250 h 590550"/>
              <a:gd name="connsiteX39" fmla="*/ 304800 w 781050"/>
              <a:gd name="connsiteY39" fmla="*/ 180975 h 590550"/>
              <a:gd name="connsiteX40" fmla="*/ 572729 w 781050"/>
              <a:gd name="connsiteY40" fmla="*/ 85725 h 590550"/>
              <a:gd name="connsiteX41" fmla="*/ 658454 w 781050"/>
              <a:gd name="connsiteY41" fmla="*/ 0 h 590550"/>
              <a:gd name="connsiteX42" fmla="*/ 744179 w 781050"/>
              <a:gd name="connsiteY42" fmla="*/ 85725 h 590550"/>
              <a:gd name="connsiteX43" fmla="*/ 658454 w 781050"/>
              <a:gd name="connsiteY43" fmla="*/ 171450 h 590550"/>
              <a:gd name="connsiteX44" fmla="*/ 572729 w 781050"/>
              <a:gd name="connsiteY44" fmla="*/ 85725 h 590550"/>
              <a:gd name="connsiteX45" fmla="*/ 591779 w 781050"/>
              <a:gd name="connsiteY45" fmla="*/ 85725 h 590550"/>
              <a:gd name="connsiteX46" fmla="*/ 658454 w 781050"/>
              <a:gd name="connsiteY46" fmla="*/ 152400 h 590550"/>
              <a:gd name="connsiteX47" fmla="*/ 725129 w 781050"/>
              <a:gd name="connsiteY47" fmla="*/ 85725 h 590550"/>
              <a:gd name="connsiteX48" fmla="*/ 658454 w 781050"/>
              <a:gd name="connsiteY48" fmla="*/ 19050 h 590550"/>
              <a:gd name="connsiteX49" fmla="*/ 591779 w 781050"/>
              <a:gd name="connsiteY49" fmla="*/ 85725 h 590550"/>
              <a:gd name="connsiteX50" fmla="*/ 228600 w 781050"/>
              <a:gd name="connsiteY50" fmla="*/ 276111 h 590550"/>
              <a:gd name="connsiteX51" fmla="*/ 228600 w 781050"/>
              <a:gd name="connsiteY51" fmla="*/ 295272 h 590550"/>
              <a:gd name="connsiteX52" fmla="*/ 238125 w 781050"/>
              <a:gd name="connsiteY52" fmla="*/ 304797 h 590550"/>
              <a:gd name="connsiteX53" fmla="*/ 247650 w 781050"/>
              <a:gd name="connsiteY53" fmla="*/ 295272 h 590550"/>
              <a:gd name="connsiteX54" fmla="*/ 247650 w 781050"/>
              <a:gd name="connsiteY54" fmla="*/ 276111 h 590550"/>
              <a:gd name="connsiteX55" fmla="*/ 162036 w 781050"/>
              <a:gd name="connsiteY55" fmla="*/ 190497 h 590550"/>
              <a:gd name="connsiteX56" fmla="*/ 85539 w 781050"/>
              <a:gd name="connsiteY56" fmla="*/ 190497 h 590550"/>
              <a:gd name="connsiteX57" fmla="*/ 0 w 781050"/>
              <a:gd name="connsiteY57" fmla="*/ 276111 h 590550"/>
              <a:gd name="connsiteX58" fmla="*/ 0 w 781050"/>
              <a:gd name="connsiteY58" fmla="*/ 390525 h 590550"/>
              <a:gd name="connsiteX59" fmla="*/ 9525 w 781050"/>
              <a:gd name="connsiteY59" fmla="*/ 400050 h 590550"/>
              <a:gd name="connsiteX60" fmla="*/ 19050 w 781050"/>
              <a:gd name="connsiteY60" fmla="*/ 390525 h 590550"/>
              <a:gd name="connsiteX61" fmla="*/ 19050 w 781050"/>
              <a:gd name="connsiteY61" fmla="*/ 276111 h 590550"/>
              <a:gd name="connsiteX62" fmla="*/ 85614 w 781050"/>
              <a:gd name="connsiteY62" fmla="*/ 209547 h 590550"/>
              <a:gd name="connsiteX63" fmla="*/ 162111 w 781050"/>
              <a:gd name="connsiteY63" fmla="*/ 209547 h 590550"/>
              <a:gd name="connsiteX64" fmla="*/ 228600 w 781050"/>
              <a:gd name="connsiteY64" fmla="*/ 276111 h 590550"/>
              <a:gd name="connsiteX65" fmla="*/ 36947 w 781050"/>
              <a:gd name="connsiteY65" fmla="*/ 85725 h 590550"/>
              <a:gd name="connsiteX66" fmla="*/ 122672 w 781050"/>
              <a:gd name="connsiteY66" fmla="*/ 0 h 590550"/>
              <a:gd name="connsiteX67" fmla="*/ 208397 w 781050"/>
              <a:gd name="connsiteY67" fmla="*/ 85725 h 590550"/>
              <a:gd name="connsiteX68" fmla="*/ 122672 w 781050"/>
              <a:gd name="connsiteY68" fmla="*/ 171450 h 590550"/>
              <a:gd name="connsiteX69" fmla="*/ 36947 w 781050"/>
              <a:gd name="connsiteY69" fmla="*/ 85725 h 590550"/>
              <a:gd name="connsiteX70" fmla="*/ 55997 w 781050"/>
              <a:gd name="connsiteY70" fmla="*/ 85725 h 590550"/>
              <a:gd name="connsiteX71" fmla="*/ 122672 w 781050"/>
              <a:gd name="connsiteY71" fmla="*/ 152400 h 590550"/>
              <a:gd name="connsiteX72" fmla="*/ 189347 w 781050"/>
              <a:gd name="connsiteY72" fmla="*/ 85725 h 590550"/>
              <a:gd name="connsiteX73" fmla="*/ 122672 w 781050"/>
              <a:gd name="connsiteY73" fmla="*/ 19050 h 590550"/>
              <a:gd name="connsiteX74" fmla="*/ 55997 w 781050"/>
              <a:gd name="connsiteY74" fmla="*/ 85725 h 590550"/>
              <a:gd name="connsiteX75" fmla="*/ 295275 w 781050"/>
              <a:gd name="connsiteY75" fmla="*/ 495300 h 590550"/>
              <a:gd name="connsiteX76" fmla="*/ 285750 w 781050"/>
              <a:gd name="connsiteY76" fmla="*/ 504825 h 590550"/>
              <a:gd name="connsiteX77" fmla="*/ 285750 w 781050"/>
              <a:gd name="connsiteY77" fmla="*/ 576821 h 590550"/>
              <a:gd name="connsiteX78" fmla="*/ 295275 w 781050"/>
              <a:gd name="connsiteY78" fmla="*/ 586346 h 590550"/>
              <a:gd name="connsiteX79" fmla="*/ 304800 w 781050"/>
              <a:gd name="connsiteY79" fmla="*/ 576821 h 590550"/>
              <a:gd name="connsiteX80" fmla="*/ 304800 w 781050"/>
              <a:gd name="connsiteY80" fmla="*/ 504825 h 590550"/>
              <a:gd name="connsiteX81" fmla="*/ 295275 w 781050"/>
              <a:gd name="connsiteY81" fmla="*/ 495300 h 590550"/>
              <a:gd name="connsiteX82" fmla="*/ 485775 w 781050"/>
              <a:gd name="connsiteY82" fmla="*/ 495300 h 590550"/>
              <a:gd name="connsiteX83" fmla="*/ 476250 w 781050"/>
              <a:gd name="connsiteY83" fmla="*/ 504825 h 590550"/>
              <a:gd name="connsiteX84" fmla="*/ 476250 w 781050"/>
              <a:gd name="connsiteY84" fmla="*/ 576821 h 590550"/>
              <a:gd name="connsiteX85" fmla="*/ 485775 w 781050"/>
              <a:gd name="connsiteY85" fmla="*/ 586346 h 590550"/>
              <a:gd name="connsiteX86" fmla="*/ 495300 w 781050"/>
              <a:gd name="connsiteY86" fmla="*/ 576821 h 590550"/>
              <a:gd name="connsiteX87" fmla="*/ 495300 w 781050"/>
              <a:gd name="connsiteY87" fmla="*/ 504825 h 590550"/>
              <a:gd name="connsiteX88" fmla="*/ 485775 w 781050"/>
              <a:gd name="connsiteY88" fmla="*/ 495300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81050" h="590550">
                <a:moveTo>
                  <a:pt x="781050" y="276114"/>
                </a:moveTo>
                <a:lnTo>
                  <a:pt x="781050" y="390528"/>
                </a:lnTo>
                <a:cubicBezTo>
                  <a:pt x="781050" y="395774"/>
                  <a:pt x="776771" y="400053"/>
                  <a:pt x="771525" y="400053"/>
                </a:cubicBezTo>
                <a:cubicBezTo>
                  <a:pt x="766279" y="400053"/>
                  <a:pt x="762000" y="395774"/>
                  <a:pt x="762000" y="390528"/>
                </a:cubicBezTo>
                <a:lnTo>
                  <a:pt x="762000" y="276114"/>
                </a:lnTo>
                <a:cubicBezTo>
                  <a:pt x="762000" y="239427"/>
                  <a:pt x="732197" y="209550"/>
                  <a:pt x="695437" y="209550"/>
                </a:cubicBezTo>
                <a:lnTo>
                  <a:pt x="618939" y="209550"/>
                </a:lnTo>
                <a:cubicBezTo>
                  <a:pt x="582253" y="209550"/>
                  <a:pt x="552450" y="239353"/>
                  <a:pt x="552450" y="276114"/>
                </a:cubicBezTo>
                <a:lnTo>
                  <a:pt x="552450" y="295275"/>
                </a:lnTo>
                <a:cubicBezTo>
                  <a:pt x="552450" y="300521"/>
                  <a:pt x="548171" y="304800"/>
                  <a:pt x="542925" y="304800"/>
                </a:cubicBezTo>
                <a:cubicBezTo>
                  <a:pt x="537679" y="304800"/>
                  <a:pt x="533400" y="300521"/>
                  <a:pt x="533400" y="295275"/>
                </a:cubicBezTo>
                <a:lnTo>
                  <a:pt x="533400" y="276114"/>
                </a:lnTo>
                <a:cubicBezTo>
                  <a:pt x="533400" y="228972"/>
                  <a:pt x="571797" y="190500"/>
                  <a:pt x="619014" y="190500"/>
                </a:cubicBezTo>
                <a:lnTo>
                  <a:pt x="695511" y="190500"/>
                </a:lnTo>
                <a:cubicBezTo>
                  <a:pt x="742652" y="190500"/>
                  <a:pt x="781050" y="228897"/>
                  <a:pt x="781050" y="276114"/>
                </a:cubicBezTo>
                <a:close/>
                <a:moveTo>
                  <a:pt x="468068" y="342900"/>
                </a:moveTo>
                <a:lnTo>
                  <a:pt x="312992" y="342900"/>
                </a:lnTo>
                <a:cubicBezTo>
                  <a:pt x="245461" y="342900"/>
                  <a:pt x="190510" y="397854"/>
                  <a:pt x="190510" y="465382"/>
                </a:cubicBezTo>
                <a:lnTo>
                  <a:pt x="190510" y="581025"/>
                </a:lnTo>
                <a:cubicBezTo>
                  <a:pt x="190510" y="586271"/>
                  <a:pt x="194788" y="590550"/>
                  <a:pt x="200035" y="590550"/>
                </a:cubicBezTo>
                <a:cubicBezTo>
                  <a:pt x="205281" y="590550"/>
                  <a:pt x="209560" y="586271"/>
                  <a:pt x="209560" y="581025"/>
                </a:cubicBezTo>
                <a:lnTo>
                  <a:pt x="209560" y="465382"/>
                </a:lnTo>
                <a:cubicBezTo>
                  <a:pt x="209560" y="408343"/>
                  <a:pt x="255957" y="361950"/>
                  <a:pt x="312992" y="361950"/>
                </a:cubicBezTo>
                <a:lnTo>
                  <a:pt x="468068" y="361950"/>
                </a:lnTo>
                <a:cubicBezTo>
                  <a:pt x="525107" y="361950"/>
                  <a:pt x="571500" y="408347"/>
                  <a:pt x="571500" y="465382"/>
                </a:cubicBezTo>
                <a:lnTo>
                  <a:pt x="571500" y="581025"/>
                </a:lnTo>
                <a:cubicBezTo>
                  <a:pt x="571500" y="586271"/>
                  <a:pt x="575779" y="590550"/>
                  <a:pt x="581025" y="590550"/>
                </a:cubicBezTo>
                <a:cubicBezTo>
                  <a:pt x="586271" y="590550"/>
                  <a:pt x="590550" y="586271"/>
                  <a:pt x="590550" y="581025"/>
                </a:cubicBezTo>
                <a:lnTo>
                  <a:pt x="590550" y="465382"/>
                </a:lnTo>
                <a:cubicBezTo>
                  <a:pt x="590550" y="397852"/>
                  <a:pt x="535596" y="342900"/>
                  <a:pt x="468068" y="342900"/>
                </a:cubicBezTo>
                <a:close/>
                <a:moveTo>
                  <a:pt x="285750" y="180975"/>
                </a:moveTo>
                <a:cubicBezTo>
                  <a:pt x="285750" y="123155"/>
                  <a:pt x="332705" y="76200"/>
                  <a:pt x="390525" y="76200"/>
                </a:cubicBezTo>
                <a:cubicBezTo>
                  <a:pt x="448345" y="76200"/>
                  <a:pt x="495300" y="123155"/>
                  <a:pt x="495300" y="180975"/>
                </a:cubicBezTo>
                <a:cubicBezTo>
                  <a:pt x="495300" y="238236"/>
                  <a:pt x="449498" y="304800"/>
                  <a:pt x="390525" y="304800"/>
                </a:cubicBezTo>
                <a:cubicBezTo>
                  <a:pt x="331552" y="304800"/>
                  <a:pt x="285750" y="238236"/>
                  <a:pt x="285750" y="180975"/>
                </a:cubicBezTo>
                <a:close/>
                <a:moveTo>
                  <a:pt x="304800" y="180975"/>
                </a:moveTo>
                <a:cubicBezTo>
                  <a:pt x="304800" y="228414"/>
                  <a:pt x="343011" y="285750"/>
                  <a:pt x="390525" y="285750"/>
                </a:cubicBezTo>
                <a:cubicBezTo>
                  <a:pt x="438039" y="285750"/>
                  <a:pt x="476250" y="228414"/>
                  <a:pt x="476250" y="180975"/>
                </a:cubicBezTo>
                <a:cubicBezTo>
                  <a:pt x="476250" y="133722"/>
                  <a:pt x="437778" y="95250"/>
                  <a:pt x="390525" y="95250"/>
                </a:cubicBezTo>
                <a:cubicBezTo>
                  <a:pt x="343272" y="95250"/>
                  <a:pt x="304800" y="133722"/>
                  <a:pt x="304800" y="180975"/>
                </a:cubicBezTo>
                <a:close/>
                <a:moveTo>
                  <a:pt x="572729" y="85725"/>
                </a:moveTo>
                <a:cubicBezTo>
                  <a:pt x="572729" y="38472"/>
                  <a:pt x="611201" y="0"/>
                  <a:pt x="658454" y="0"/>
                </a:cubicBezTo>
                <a:cubicBezTo>
                  <a:pt x="705706" y="0"/>
                  <a:pt x="744179" y="38472"/>
                  <a:pt x="744179" y="85725"/>
                </a:cubicBezTo>
                <a:cubicBezTo>
                  <a:pt x="744179" y="132978"/>
                  <a:pt x="705706" y="171450"/>
                  <a:pt x="658454" y="171450"/>
                </a:cubicBezTo>
                <a:cubicBezTo>
                  <a:pt x="611238" y="171450"/>
                  <a:pt x="572729" y="132978"/>
                  <a:pt x="572729" y="85725"/>
                </a:cubicBezTo>
                <a:close/>
                <a:moveTo>
                  <a:pt x="591779" y="85725"/>
                </a:moveTo>
                <a:cubicBezTo>
                  <a:pt x="591779" y="122486"/>
                  <a:pt x="621693" y="152400"/>
                  <a:pt x="658454" y="152400"/>
                </a:cubicBezTo>
                <a:cubicBezTo>
                  <a:pt x="695215" y="152400"/>
                  <a:pt x="725129" y="122486"/>
                  <a:pt x="725129" y="85725"/>
                </a:cubicBezTo>
                <a:cubicBezTo>
                  <a:pt x="725129" y="48964"/>
                  <a:pt x="695215" y="19050"/>
                  <a:pt x="658454" y="19050"/>
                </a:cubicBezTo>
                <a:cubicBezTo>
                  <a:pt x="621693" y="19050"/>
                  <a:pt x="591779" y="48964"/>
                  <a:pt x="591779" y="85725"/>
                </a:cubicBezTo>
                <a:close/>
                <a:moveTo>
                  <a:pt x="228600" y="276111"/>
                </a:moveTo>
                <a:lnTo>
                  <a:pt x="228600" y="295272"/>
                </a:lnTo>
                <a:cubicBezTo>
                  <a:pt x="228600" y="300519"/>
                  <a:pt x="232879" y="304797"/>
                  <a:pt x="238125" y="304797"/>
                </a:cubicBezTo>
                <a:cubicBezTo>
                  <a:pt x="243371" y="304797"/>
                  <a:pt x="247650" y="300519"/>
                  <a:pt x="247650" y="295272"/>
                </a:cubicBezTo>
                <a:lnTo>
                  <a:pt x="247650" y="276111"/>
                </a:lnTo>
                <a:cubicBezTo>
                  <a:pt x="247650" y="228970"/>
                  <a:pt x="209253" y="190497"/>
                  <a:pt x="162036" y="190497"/>
                </a:cubicBezTo>
                <a:lnTo>
                  <a:pt x="85539" y="190497"/>
                </a:lnTo>
                <a:cubicBezTo>
                  <a:pt x="38398" y="190497"/>
                  <a:pt x="0" y="228894"/>
                  <a:pt x="0" y="276111"/>
                </a:cubicBezTo>
                <a:lnTo>
                  <a:pt x="0" y="390525"/>
                </a:lnTo>
                <a:cubicBezTo>
                  <a:pt x="0" y="395771"/>
                  <a:pt x="4279" y="400050"/>
                  <a:pt x="9525" y="400050"/>
                </a:cubicBezTo>
                <a:cubicBezTo>
                  <a:pt x="14771" y="400050"/>
                  <a:pt x="19050" y="395771"/>
                  <a:pt x="19050" y="390525"/>
                </a:cubicBezTo>
                <a:lnTo>
                  <a:pt x="19050" y="276111"/>
                </a:lnTo>
                <a:cubicBezTo>
                  <a:pt x="19050" y="239424"/>
                  <a:pt x="48853" y="209547"/>
                  <a:pt x="85614" y="209547"/>
                </a:cubicBezTo>
                <a:lnTo>
                  <a:pt x="162111" y="209547"/>
                </a:lnTo>
                <a:cubicBezTo>
                  <a:pt x="198797" y="209547"/>
                  <a:pt x="228600" y="239350"/>
                  <a:pt x="228600" y="276111"/>
                </a:cubicBezTo>
                <a:close/>
                <a:moveTo>
                  <a:pt x="36947" y="85725"/>
                </a:moveTo>
                <a:cubicBezTo>
                  <a:pt x="36947" y="38472"/>
                  <a:pt x="75420" y="0"/>
                  <a:pt x="122672" y="0"/>
                </a:cubicBezTo>
                <a:cubicBezTo>
                  <a:pt x="169925" y="0"/>
                  <a:pt x="208397" y="38472"/>
                  <a:pt x="208397" y="85725"/>
                </a:cubicBezTo>
                <a:cubicBezTo>
                  <a:pt x="208397" y="132978"/>
                  <a:pt x="169925" y="171450"/>
                  <a:pt x="122672" y="171450"/>
                </a:cubicBezTo>
                <a:cubicBezTo>
                  <a:pt x="75457" y="171450"/>
                  <a:pt x="36947" y="132978"/>
                  <a:pt x="36947" y="85725"/>
                </a:cubicBezTo>
                <a:close/>
                <a:moveTo>
                  <a:pt x="55997" y="85725"/>
                </a:moveTo>
                <a:cubicBezTo>
                  <a:pt x="55997" y="122486"/>
                  <a:pt x="85912" y="152400"/>
                  <a:pt x="122672" y="152400"/>
                </a:cubicBezTo>
                <a:cubicBezTo>
                  <a:pt x="159433" y="152400"/>
                  <a:pt x="189347" y="122486"/>
                  <a:pt x="189347" y="85725"/>
                </a:cubicBezTo>
                <a:cubicBezTo>
                  <a:pt x="189347" y="48964"/>
                  <a:pt x="159433" y="19050"/>
                  <a:pt x="122672" y="19050"/>
                </a:cubicBezTo>
                <a:cubicBezTo>
                  <a:pt x="85912" y="19050"/>
                  <a:pt x="55997" y="48964"/>
                  <a:pt x="55997" y="85725"/>
                </a:cubicBezTo>
                <a:close/>
                <a:moveTo>
                  <a:pt x="295275" y="495300"/>
                </a:moveTo>
                <a:cubicBezTo>
                  <a:pt x="290029" y="495300"/>
                  <a:pt x="285750" y="499579"/>
                  <a:pt x="285750" y="504825"/>
                </a:cubicBezTo>
                <a:lnTo>
                  <a:pt x="285750" y="576821"/>
                </a:lnTo>
                <a:cubicBezTo>
                  <a:pt x="285750" y="582067"/>
                  <a:pt x="290029" y="586346"/>
                  <a:pt x="295275" y="586346"/>
                </a:cubicBezTo>
                <a:cubicBezTo>
                  <a:pt x="300521" y="586346"/>
                  <a:pt x="304800" y="582067"/>
                  <a:pt x="304800" y="576821"/>
                </a:cubicBezTo>
                <a:lnTo>
                  <a:pt x="304800" y="504825"/>
                </a:lnTo>
                <a:cubicBezTo>
                  <a:pt x="304800" y="499579"/>
                  <a:pt x="300521" y="495300"/>
                  <a:pt x="295275" y="495300"/>
                </a:cubicBezTo>
                <a:close/>
                <a:moveTo>
                  <a:pt x="485775" y="495300"/>
                </a:moveTo>
                <a:cubicBezTo>
                  <a:pt x="480529" y="495300"/>
                  <a:pt x="476250" y="499579"/>
                  <a:pt x="476250" y="504825"/>
                </a:cubicBezTo>
                <a:lnTo>
                  <a:pt x="476250" y="576821"/>
                </a:lnTo>
                <a:cubicBezTo>
                  <a:pt x="476250" y="582067"/>
                  <a:pt x="480529" y="586346"/>
                  <a:pt x="485775" y="586346"/>
                </a:cubicBezTo>
                <a:cubicBezTo>
                  <a:pt x="491021" y="586346"/>
                  <a:pt x="495300" y="582067"/>
                  <a:pt x="495300" y="576821"/>
                </a:cubicBezTo>
                <a:lnTo>
                  <a:pt x="495300" y="504825"/>
                </a:lnTo>
                <a:cubicBezTo>
                  <a:pt x="495300" y="499579"/>
                  <a:pt x="491021" y="495300"/>
                  <a:pt x="485775" y="4953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609585"/>
            <a:endParaRPr lang="en-GB" sz="2400">
              <a:solidFill>
                <a:srgbClr val="404040"/>
              </a:solidFill>
              <a:latin typeface="Poppin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3E3E51-9E3A-0BBA-EE5E-BF13D01F39B8}"/>
              </a:ext>
            </a:extLst>
          </p:cNvPr>
          <p:cNvSpPr/>
          <p:nvPr/>
        </p:nvSpPr>
        <p:spPr>
          <a:xfrm>
            <a:off x="8177728" y="5434709"/>
            <a:ext cx="402237" cy="402232"/>
          </a:xfrm>
          <a:custGeom>
            <a:avLst/>
            <a:gdLst>
              <a:gd name="connsiteX0" fmla="*/ 891416 w 894864"/>
              <a:gd name="connsiteY0" fmla="*/ 161627 h 894852"/>
              <a:gd name="connsiteX1" fmla="*/ 882148 w 894864"/>
              <a:gd name="connsiteY1" fmla="*/ 152836 h 894852"/>
              <a:gd name="connsiteX2" fmla="*/ 851649 w 894864"/>
              <a:gd name="connsiteY2" fmla="*/ 148740 h 894852"/>
              <a:gd name="connsiteX3" fmla="*/ 841381 w 894864"/>
              <a:gd name="connsiteY3" fmla="*/ 123985 h 894852"/>
              <a:gd name="connsiteX4" fmla="*/ 860050 w 894864"/>
              <a:gd name="connsiteY4" fmla="*/ 99524 h 894852"/>
              <a:gd name="connsiteX5" fmla="*/ 860384 w 894864"/>
              <a:gd name="connsiteY5" fmla="*/ 86751 h 894852"/>
              <a:gd name="connsiteX6" fmla="*/ 808101 w 894864"/>
              <a:gd name="connsiteY6" fmla="*/ 34469 h 894852"/>
              <a:gd name="connsiteX7" fmla="*/ 795328 w 894864"/>
              <a:gd name="connsiteY7" fmla="*/ 34802 h 894852"/>
              <a:gd name="connsiteX8" fmla="*/ 770858 w 894864"/>
              <a:gd name="connsiteY8" fmla="*/ 53480 h 894852"/>
              <a:gd name="connsiteX9" fmla="*/ 746112 w 894864"/>
              <a:gd name="connsiteY9" fmla="*/ 43213 h 894852"/>
              <a:gd name="connsiteX10" fmla="*/ 742017 w 894864"/>
              <a:gd name="connsiteY10" fmla="*/ 12704 h 894852"/>
              <a:gd name="connsiteX11" fmla="*/ 733225 w 894864"/>
              <a:gd name="connsiteY11" fmla="*/ 3436 h 894852"/>
              <a:gd name="connsiteX12" fmla="*/ 659292 w 894864"/>
              <a:gd name="connsiteY12" fmla="*/ 3436 h 894852"/>
              <a:gd name="connsiteX13" fmla="*/ 650500 w 894864"/>
              <a:gd name="connsiteY13" fmla="*/ 12704 h 894852"/>
              <a:gd name="connsiteX14" fmla="*/ 646405 w 894864"/>
              <a:gd name="connsiteY14" fmla="*/ 43213 h 894852"/>
              <a:gd name="connsiteX15" fmla="*/ 621659 w 894864"/>
              <a:gd name="connsiteY15" fmla="*/ 53480 h 894852"/>
              <a:gd name="connsiteX16" fmla="*/ 597189 w 894864"/>
              <a:gd name="connsiteY16" fmla="*/ 34802 h 894852"/>
              <a:gd name="connsiteX17" fmla="*/ 584416 w 894864"/>
              <a:gd name="connsiteY17" fmla="*/ 34469 h 894852"/>
              <a:gd name="connsiteX18" fmla="*/ 532133 w 894864"/>
              <a:gd name="connsiteY18" fmla="*/ 86751 h 894852"/>
              <a:gd name="connsiteX19" fmla="*/ 532467 w 894864"/>
              <a:gd name="connsiteY19" fmla="*/ 99524 h 894852"/>
              <a:gd name="connsiteX20" fmla="*/ 551145 w 894864"/>
              <a:gd name="connsiteY20" fmla="*/ 123994 h 894852"/>
              <a:gd name="connsiteX21" fmla="*/ 540877 w 894864"/>
              <a:gd name="connsiteY21" fmla="*/ 148750 h 894852"/>
              <a:gd name="connsiteX22" fmla="*/ 510369 w 894864"/>
              <a:gd name="connsiteY22" fmla="*/ 152845 h 894852"/>
              <a:gd name="connsiteX23" fmla="*/ 501101 w 894864"/>
              <a:gd name="connsiteY23" fmla="*/ 161646 h 894852"/>
              <a:gd name="connsiteX24" fmla="*/ 497653 w 894864"/>
              <a:gd name="connsiteY24" fmla="*/ 198613 h 894852"/>
              <a:gd name="connsiteX25" fmla="*/ 501101 w 894864"/>
              <a:gd name="connsiteY25" fmla="*/ 235579 h 894852"/>
              <a:gd name="connsiteX26" fmla="*/ 510369 w 894864"/>
              <a:gd name="connsiteY26" fmla="*/ 244371 h 894852"/>
              <a:gd name="connsiteX27" fmla="*/ 540868 w 894864"/>
              <a:gd name="connsiteY27" fmla="*/ 248467 h 894852"/>
              <a:gd name="connsiteX28" fmla="*/ 551136 w 894864"/>
              <a:gd name="connsiteY28" fmla="*/ 273232 h 894852"/>
              <a:gd name="connsiteX29" fmla="*/ 532467 w 894864"/>
              <a:gd name="connsiteY29" fmla="*/ 297692 h 894852"/>
              <a:gd name="connsiteX30" fmla="*/ 532133 w 894864"/>
              <a:gd name="connsiteY30" fmla="*/ 310465 h 894852"/>
              <a:gd name="connsiteX31" fmla="*/ 584416 w 894864"/>
              <a:gd name="connsiteY31" fmla="*/ 362748 h 894852"/>
              <a:gd name="connsiteX32" fmla="*/ 597189 w 894864"/>
              <a:gd name="connsiteY32" fmla="*/ 362405 h 894852"/>
              <a:gd name="connsiteX33" fmla="*/ 621659 w 894864"/>
              <a:gd name="connsiteY33" fmla="*/ 343726 h 894852"/>
              <a:gd name="connsiteX34" fmla="*/ 646405 w 894864"/>
              <a:gd name="connsiteY34" fmla="*/ 353994 h 894852"/>
              <a:gd name="connsiteX35" fmla="*/ 650500 w 894864"/>
              <a:gd name="connsiteY35" fmla="*/ 384503 h 894852"/>
              <a:gd name="connsiteX36" fmla="*/ 659292 w 894864"/>
              <a:gd name="connsiteY36" fmla="*/ 393771 h 894852"/>
              <a:gd name="connsiteX37" fmla="*/ 696258 w 894864"/>
              <a:gd name="connsiteY37" fmla="*/ 397219 h 894852"/>
              <a:gd name="connsiteX38" fmla="*/ 733225 w 894864"/>
              <a:gd name="connsiteY38" fmla="*/ 393771 h 894852"/>
              <a:gd name="connsiteX39" fmla="*/ 742017 w 894864"/>
              <a:gd name="connsiteY39" fmla="*/ 384503 h 894852"/>
              <a:gd name="connsiteX40" fmla="*/ 746112 w 894864"/>
              <a:gd name="connsiteY40" fmla="*/ 353994 h 894852"/>
              <a:gd name="connsiteX41" fmla="*/ 770858 w 894864"/>
              <a:gd name="connsiteY41" fmla="*/ 343726 h 894852"/>
              <a:gd name="connsiteX42" fmla="*/ 795328 w 894864"/>
              <a:gd name="connsiteY42" fmla="*/ 362405 h 894852"/>
              <a:gd name="connsiteX43" fmla="*/ 808101 w 894864"/>
              <a:gd name="connsiteY43" fmla="*/ 362738 h 894852"/>
              <a:gd name="connsiteX44" fmla="*/ 860384 w 894864"/>
              <a:gd name="connsiteY44" fmla="*/ 310455 h 894852"/>
              <a:gd name="connsiteX45" fmla="*/ 860041 w 894864"/>
              <a:gd name="connsiteY45" fmla="*/ 297682 h 894852"/>
              <a:gd name="connsiteX46" fmla="*/ 841372 w 894864"/>
              <a:gd name="connsiteY46" fmla="*/ 273213 h 894852"/>
              <a:gd name="connsiteX47" fmla="*/ 851640 w 894864"/>
              <a:gd name="connsiteY47" fmla="*/ 248457 h 894852"/>
              <a:gd name="connsiteX48" fmla="*/ 882148 w 894864"/>
              <a:gd name="connsiteY48" fmla="*/ 244361 h 894852"/>
              <a:gd name="connsiteX49" fmla="*/ 891416 w 894864"/>
              <a:gd name="connsiteY49" fmla="*/ 235560 h 894852"/>
              <a:gd name="connsiteX50" fmla="*/ 894864 w 894864"/>
              <a:gd name="connsiteY50" fmla="*/ 198594 h 894852"/>
              <a:gd name="connsiteX51" fmla="*/ 891416 w 894864"/>
              <a:gd name="connsiteY51" fmla="*/ 161627 h 894852"/>
              <a:gd name="connsiteX52" fmla="*/ 871242 w 894864"/>
              <a:gd name="connsiteY52" fmla="*/ 223797 h 894852"/>
              <a:gd name="connsiteX53" fmla="*/ 841734 w 894864"/>
              <a:gd name="connsiteY53" fmla="*/ 227759 h 894852"/>
              <a:gd name="connsiteX54" fmla="*/ 832656 w 894864"/>
              <a:gd name="connsiteY54" fmla="*/ 235713 h 894852"/>
              <a:gd name="connsiteX55" fmla="*/ 818950 w 894864"/>
              <a:gd name="connsiteY55" fmla="*/ 268774 h 894852"/>
              <a:gd name="connsiteX56" fmla="*/ 819741 w 894864"/>
              <a:gd name="connsiteY56" fmla="*/ 280823 h 894852"/>
              <a:gd name="connsiteX57" fmla="*/ 837810 w 894864"/>
              <a:gd name="connsiteY57" fmla="*/ 304512 h 894852"/>
              <a:gd name="connsiteX58" fmla="*/ 802167 w 894864"/>
              <a:gd name="connsiteY58" fmla="*/ 340154 h 894852"/>
              <a:gd name="connsiteX59" fmla="*/ 778478 w 894864"/>
              <a:gd name="connsiteY59" fmla="*/ 322076 h 894852"/>
              <a:gd name="connsiteX60" fmla="*/ 766429 w 894864"/>
              <a:gd name="connsiteY60" fmla="*/ 321285 h 894852"/>
              <a:gd name="connsiteX61" fmla="*/ 733377 w 894864"/>
              <a:gd name="connsiteY61" fmla="*/ 334992 h 894852"/>
              <a:gd name="connsiteX62" fmla="*/ 725424 w 894864"/>
              <a:gd name="connsiteY62" fmla="*/ 344069 h 894852"/>
              <a:gd name="connsiteX63" fmla="*/ 721462 w 894864"/>
              <a:gd name="connsiteY63" fmla="*/ 373587 h 894852"/>
              <a:gd name="connsiteX64" fmla="*/ 671055 w 894864"/>
              <a:gd name="connsiteY64" fmla="*/ 373587 h 894852"/>
              <a:gd name="connsiteX65" fmla="*/ 667093 w 894864"/>
              <a:gd name="connsiteY65" fmla="*/ 344069 h 894852"/>
              <a:gd name="connsiteX66" fmla="*/ 659140 w 894864"/>
              <a:gd name="connsiteY66" fmla="*/ 334992 h 894852"/>
              <a:gd name="connsiteX67" fmla="*/ 626088 w 894864"/>
              <a:gd name="connsiteY67" fmla="*/ 321285 h 894852"/>
              <a:gd name="connsiteX68" fmla="*/ 614039 w 894864"/>
              <a:gd name="connsiteY68" fmla="*/ 322076 h 894852"/>
              <a:gd name="connsiteX69" fmla="*/ 590350 w 894864"/>
              <a:gd name="connsiteY69" fmla="*/ 340154 h 894852"/>
              <a:gd name="connsiteX70" fmla="*/ 554707 w 894864"/>
              <a:gd name="connsiteY70" fmla="*/ 304512 h 894852"/>
              <a:gd name="connsiteX71" fmla="*/ 572776 w 894864"/>
              <a:gd name="connsiteY71" fmla="*/ 280842 h 894852"/>
              <a:gd name="connsiteX72" fmla="*/ 573567 w 894864"/>
              <a:gd name="connsiteY72" fmla="*/ 268793 h 894852"/>
              <a:gd name="connsiteX73" fmla="*/ 559851 w 894864"/>
              <a:gd name="connsiteY73" fmla="*/ 235732 h 894852"/>
              <a:gd name="connsiteX74" fmla="*/ 550774 w 894864"/>
              <a:gd name="connsiteY74" fmla="*/ 227778 h 894852"/>
              <a:gd name="connsiteX75" fmla="*/ 521265 w 894864"/>
              <a:gd name="connsiteY75" fmla="*/ 223816 h 894852"/>
              <a:gd name="connsiteX76" fmla="*/ 519474 w 894864"/>
              <a:gd name="connsiteY76" fmla="*/ 198613 h 894852"/>
              <a:gd name="connsiteX77" fmla="*/ 521265 w 894864"/>
              <a:gd name="connsiteY77" fmla="*/ 173410 h 894852"/>
              <a:gd name="connsiteX78" fmla="*/ 550774 w 894864"/>
              <a:gd name="connsiteY78" fmla="*/ 169447 h 894852"/>
              <a:gd name="connsiteX79" fmla="*/ 559851 w 894864"/>
              <a:gd name="connsiteY79" fmla="*/ 161494 h 894852"/>
              <a:gd name="connsiteX80" fmla="*/ 573557 w 894864"/>
              <a:gd name="connsiteY80" fmla="*/ 128433 h 894852"/>
              <a:gd name="connsiteX81" fmla="*/ 572767 w 894864"/>
              <a:gd name="connsiteY81" fmla="*/ 116384 h 894852"/>
              <a:gd name="connsiteX82" fmla="*/ 554698 w 894864"/>
              <a:gd name="connsiteY82" fmla="*/ 92704 h 894852"/>
              <a:gd name="connsiteX83" fmla="*/ 590340 w 894864"/>
              <a:gd name="connsiteY83" fmla="*/ 57062 h 894852"/>
              <a:gd name="connsiteX84" fmla="*/ 614020 w 894864"/>
              <a:gd name="connsiteY84" fmla="*/ 75131 h 894852"/>
              <a:gd name="connsiteX85" fmla="*/ 626069 w 894864"/>
              <a:gd name="connsiteY85" fmla="*/ 75921 h 894852"/>
              <a:gd name="connsiteX86" fmla="*/ 659120 w 894864"/>
              <a:gd name="connsiteY86" fmla="*/ 62215 h 894852"/>
              <a:gd name="connsiteX87" fmla="*/ 667074 w 894864"/>
              <a:gd name="connsiteY87" fmla="*/ 53138 h 894852"/>
              <a:gd name="connsiteX88" fmla="*/ 671036 w 894864"/>
              <a:gd name="connsiteY88" fmla="*/ 23620 h 894852"/>
              <a:gd name="connsiteX89" fmla="*/ 721443 w 894864"/>
              <a:gd name="connsiteY89" fmla="*/ 23620 h 894852"/>
              <a:gd name="connsiteX90" fmla="*/ 725405 w 894864"/>
              <a:gd name="connsiteY90" fmla="*/ 53138 h 894852"/>
              <a:gd name="connsiteX91" fmla="*/ 733358 w 894864"/>
              <a:gd name="connsiteY91" fmla="*/ 62215 h 894852"/>
              <a:gd name="connsiteX92" fmla="*/ 766420 w 894864"/>
              <a:gd name="connsiteY92" fmla="*/ 75921 h 894852"/>
              <a:gd name="connsiteX93" fmla="*/ 778469 w 894864"/>
              <a:gd name="connsiteY93" fmla="*/ 75131 h 894852"/>
              <a:gd name="connsiteX94" fmla="*/ 802157 w 894864"/>
              <a:gd name="connsiteY94" fmla="*/ 57052 h 894852"/>
              <a:gd name="connsiteX95" fmla="*/ 837800 w 894864"/>
              <a:gd name="connsiteY95" fmla="*/ 92695 h 894852"/>
              <a:gd name="connsiteX96" fmla="*/ 819731 w 894864"/>
              <a:gd name="connsiteY96" fmla="*/ 116365 h 894852"/>
              <a:gd name="connsiteX97" fmla="*/ 818940 w 894864"/>
              <a:gd name="connsiteY97" fmla="*/ 128414 h 894852"/>
              <a:gd name="connsiteX98" fmla="*/ 832656 w 894864"/>
              <a:gd name="connsiteY98" fmla="*/ 161484 h 894852"/>
              <a:gd name="connsiteX99" fmla="*/ 841734 w 894864"/>
              <a:gd name="connsiteY99" fmla="*/ 169438 h 894852"/>
              <a:gd name="connsiteX100" fmla="*/ 871242 w 894864"/>
              <a:gd name="connsiteY100" fmla="*/ 173400 h 894852"/>
              <a:gd name="connsiteX101" fmla="*/ 873033 w 894864"/>
              <a:gd name="connsiteY101" fmla="*/ 198603 h 894852"/>
              <a:gd name="connsiteX102" fmla="*/ 871242 w 894864"/>
              <a:gd name="connsiteY102" fmla="*/ 223807 h 894852"/>
              <a:gd name="connsiteX103" fmla="*/ 696249 w 894864"/>
              <a:gd name="connsiteY103" fmla="*/ 108802 h 894852"/>
              <a:gd name="connsiteX104" fmla="*/ 606457 w 894864"/>
              <a:gd name="connsiteY104" fmla="*/ 198594 h 894852"/>
              <a:gd name="connsiteX105" fmla="*/ 696249 w 894864"/>
              <a:gd name="connsiteY105" fmla="*/ 288386 h 894852"/>
              <a:gd name="connsiteX106" fmla="*/ 786041 w 894864"/>
              <a:gd name="connsiteY106" fmla="*/ 198594 h 894852"/>
              <a:gd name="connsiteX107" fmla="*/ 696249 w 894864"/>
              <a:gd name="connsiteY107" fmla="*/ 108802 h 894852"/>
              <a:gd name="connsiteX108" fmla="*/ 696249 w 894864"/>
              <a:gd name="connsiteY108" fmla="*/ 266555 h 894852"/>
              <a:gd name="connsiteX109" fmla="*/ 628279 w 894864"/>
              <a:gd name="connsiteY109" fmla="*/ 198584 h 894852"/>
              <a:gd name="connsiteX110" fmla="*/ 696249 w 894864"/>
              <a:gd name="connsiteY110" fmla="*/ 130623 h 894852"/>
              <a:gd name="connsiteX111" fmla="*/ 764210 w 894864"/>
              <a:gd name="connsiteY111" fmla="*/ 198584 h 894852"/>
              <a:gd name="connsiteX112" fmla="*/ 696249 w 894864"/>
              <a:gd name="connsiteY112" fmla="*/ 266555 h 894852"/>
              <a:gd name="connsiteX113" fmla="*/ 345405 w 894864"/>
              <a:gd name="connsiteY113" fmla="*/ 653194 h 894852"/>
              <a:gd name="connsiteX114" fmla="*/ 379247 w 894864"/>
              <a:gd name="connsiteY114" fmla="*/ 566002 h 894852"/>
              <a:gd name="connsiteX115" fmla="*/ 249746 w 894864"/>
              <a:gd name="connsiteY115" fmla="*/ 436500 h 894852"/>
              <a:gd name="connsiteX116" fmla="*/ 120244 w 894864"/>
              <a:gd name="connsiteY116" fmla="*/ 566002 h 894852"/>
              <a:gd name="connsiteX117" fmla="*/ 154086 w 894864"/>
              <a:gd name="connsiteY117" fmla="*/ 653194 h 894852"/>
              <a:gd name="connsiteX118" fmla="*/ 0 w 894864"/>
              <a:gd name="connsiteY118" fmla="*/ 883937 h 894852"/>
              <a:gd name="connsiteX119" fmla="*/ 10916 w 894864"/>
              <a:gd name="connsiteY119" fmla="*/ 894852 h 894852"/>
              <a:gd name="connsiteX120" fmla="*/ 488585 w 894864"/>
              <a:gd name="connsiteY120" fmla="*/ 894852 h 894852"/>
              <a:gd name="connsiteX121" fmla="*/ 499501 w 894864"/>
              <a:gd name="connsiteY121" fmla="*/ 883937 h 894852"/>
              <a:gd name="connsiteX122" fmla="*/ 345415 w 894864"/>
              <a:gd name="connsiteY122" fmla="*/ 653194 h 894852"/>
              <a:gd name="connsiteX123" fmla="*/ 249746 w 894864"/>
              <a:gd name="connsiteY123" fmla="*/ 458322 h 894852"/>
              <a:gd name="connsiteX124" fmla="*/ 357416 w 894864"/>
              <a:gd name="connsiteY124" fmla="*/ 565992 h 894852"/>
              <a:gd name="connsiteX125" fmla="*/ 249746 w 894864"/>
              <a:gd name="connsiteY125" fmla="*/ 673663 h 894852"/>
              <a:gd name="connsiteX126" fmla="*/ 142075 w 894864"/>
              <a:gd name="connsiteY126" fmla="*/ 565992 h 894852"/>
              <a:gd name="connsiteX127" fmla="*/ 249746 w 894864"/>
              <a:gd name="connsiteY127" fmla="*/ 458322 h 894852"/>
              <a:gd name="connsiteX128" fmla="*/ 22079 w 894864"/>
              <a:gd name="connsiteY128" fmla="*/ 873031 h 894852"/>
              <a:gd name="connsiteX129" fmla="*/ 172136 w 894864"/>
              <a:gd name="connsiteY129" fmla="*/ 669615 h 894852"/>
              <a:gd name="connsiteX130" fmla="*/ 249746 w 894864"/>
              <a:gd name="connsiteY130" fmla="*/ 695513 h 894852"/>
              <a:gd name="connsiteX131" fmla="*/ 327355 w 894864"/>
              <a:gd name="connsiteY131" fmla="*/ 669615 h 894852"/>
              <a:gd name="connsiteX132" fmla="*/ 477412 w 894864"/>
              <a:gd name="connsiteY132" fmla="*/ 873031 h 894852"/>
              <a:gd name="connsiteX133" fmla="*/ 22079 w 894864"/>
              <a:gd name="connsiteY133" fmla="*/ 873031 h 894852"/>
              <a:gd name="connsiteX134" fmla="*/ 104965 w 894864"/>
              <a:gd name="connsiteY134" fmla="*/ 419393 h 894852"/>
              <a:gd name="connsiteX135" fmla="*/ 104965 w 894864"/>
              <a:gd name="connsiteY135" fmla="*/ 200470 h 894852"/>
              <a:gd name="connsiteX136" fmla="*/ 162658 w 894864"/>
              <a:gd name="connsiteY136" fmla="*/ 142777 h 894852"/>
              <a:gd name="connsiteX137" fmla="*/ 375228 w 894864"/>
              <a:gd name="connsiteY137" fmla="*/ 142777 h 894852"/>
              <a:gd name="connsiteX138" fmla="*/ 353997 w 894864"/>
              <a:gd name="connsiteY138" fmla="*/ 121546 h 894852"/>
              <a:gd name="connsiteX139" fmla="*/ 353997 w 894864"/>
              <a:gd name="connsiteY139" fmla="*/ 106116 h 894852"/>
              <a:gd name="connsiteX140" fmla="*/ 369427 w 894864"/>
              <a:gd name="connsiteY140" fmla="*/ 106116 h 894852"/>
              <a:gd name="connsiteX141" fmla="*/ 409289 w 894864"/>
              <a:gd name="connsiteY141" fmla="*/ 145978 h 894852"/>
              <a:gd name="connsiteX142" fmla="*/ 409394 w 894864"/>
              <a:gd name="connsiteY142" fmla="*/ 146092 h 894852"/>
              <a:gd name="connsiteX143" fmla="*/ 410004 w 894864"/>
              <a:gd name="connsiteY143" fmla="*/ 146768 h 894852"/>
              <a:gd name="connsiteX144" fmla="*/ 410175 w 894864"/>
              <a:gd name="connsiteY144" fmla="*/ 146997 h 894852"/>
              <a:gd name="connsiteX145" fmla="*/ 410642 w 894864"/>
              <a:gd name="connsiteY145" fmla="*/ 147626 h 894852"/>
              <a:gd name="connsiteX146" fmla="*/ 410766 w 894864"/>
              <a:gd name="connsiteY146" fmla="*/ 147835 h 894852"/>
              <a:gd name="connsiteX147" fmla="*/ 411194 w 894864"/>
              <a:gd name="connsiteY147" fmla="*/ 148550 h 894852"/>
              <a:gd name="connsiteX148" fmla="*/ 411261 w 894864"/>
              <a:gd name="connsiteY148" fmla="*/ 148692 h 894852"/>
              <a:gd name="connsiteX149" fmla="*/ 411651 w 894864"/>
              <a:gd name="connsiteY149" fmla="*/ 149521 h 894852"/>
              <a:gd name="connsiteX150" fmla="*/ 411680 w 894864"/>
              <a:gd name="connsiteY150" fmla="*/ 149607 h 894852"/>
              <a:gd name="connsiteX151" fmla="*/ 412004 w 894864"/>
              <a:gd name="connsiteY151" fmla="*/ 150521 h 894852"/>
              <a:gd name="connsiteX152" fmla="*/ 412032 w 894864"/>
              <a:gd name="connsiteY152" fmla="*/ 150616 h 894852"/>
              <a:gd name="connsiteX153" fmla="*/ 412271 w 894864"/>
              <a:gd name="connsiteY153" fmla="*/ 151550 h 894852"/>
              <a:gd name="connsiteX154" fmla="*/ 412309 w 894864"/>
              <a:gd name="connsiteY154" fmla="*/ 151798 h 894852"/>
              <a:gd name="connsiteX155" fmla="*/ 412433 w 894864"/>
              <a:gd name="connsiteY155" fmla="*/ 152607 h 894852"/>
              <a:gd name="connsiteX156" fmla="*/ 412490 w 894864"/>
              <a:gd name="connsiteY156" fmla="*/ 153693 h 894852"/>
              <a:gd name="connsiteX157" fmla="*/ 412433 w 894864"/>
              <a:gd name="connsiteY157" fmla="*/ 154779 h 894852"/>
              <a:gd name="connsiteX158" fmla="*/ 412309 w 894864"/>
              <a:gd name="connsiteY158" fmla="*/ 155579 h 894852"/>
              <a:gd name="connsiteX159" fmla="*/ 412271 w 894864"/>
              <a:gd name="connsiteY159" fmla="*/ 155827 h 894852"/>
              <a:gd name="connsiteX160" fmla="*/ 412042 w 894864"/>
              <a:gd name="connsiteY160" fmla="*/ 156751 h 894852"/>
              <a:gd name="connsiteX161" fmla="*/ 412013 w 894864"/>
              <a:gd name="connsiteY161" fmla="*/ 156855 h 894852"/>
              <a:gd name="connsiteX162" fmla="*/ 411690 w 894864"/>
              <a:gd name="connsiteY162" fmla="*/ 157751 h 894852"/>
              <a:gd name="connsiteX163" fmla="*/ 411651 w 894864"/>
              <a:gd name="connsiteY163" fmla="*/ 157855 h 894852"/>
              <a:gd name="connsiteX164" fmla="*/ 411270 w 894864"/>
              <a:gd name="connsiteY164" fmla="*/ 158665 h 894852"/>
              <a:gd name="connsiteX165" fmla="*/ 411194 w 894864"/>
              <a:gd name="connsiteY165" fmla="*/ 158827 h 894852"/>
              <a:gd name="connsiteX166" fmla="*/ 410785 w 894864"/>
              <a:gd name="connsiteY166" fmla="*/ 159513 h 894852"/>
              <a:gd name="connsiteX167" fmla="*/ 410642 w 894864"/>
              <a:gd name="connsiteY167" fmla="*/ 159741 h 894852"/>
              <a:gd name="connsiteX168" fmla="*/ 410204 w 894864"/>
              <a:gd name="connsiteY168" fmla="*/ 160332 h 894852"/>
              <a:gd name="connsiteX169" fmla="*/ 410004 w 894864"/>
              <a:gd name="connsiteY169" fmla="*/ 160599 h 894852"/>
              <a:gd name="connsiteX170" fmla="*/ 409413 w 894864"/>
              <a:gd name="connsiteY170" fmla="*/ 161256 h 894852"/>
              <a:gd name="connsiteX171" fmla="*/ 409299 w 894864"/>
              <a:gd name="connsiteY171" fmla="*/ 161389 h 894852"/>
              <a:gd name="connsiteX172" fmla="*/ 369437 w 894864"/>
              <a:gd name="connsiteY172" fmla="*/ 201251 h 894852"/>
              <a:gd name="connsiteX173" fmla="*/ 361721 w 894864"/>
              <a:gd name="connsiteY173" fmla="*/ 204452 h 894852"/>
              <a:gd name="connsiteX174" fmla="*/ 354006 w 894864"/>
              <a:gd name="connsiteY174" fmla="*/ 201251 h 894852"/>
              <a:gd name="connsiteX175" fmla="*/ 354006 w 894864"/>
              <a:gd name="connsiteY175" fmla="*/ 185821 h 894852"/>
              <a:gd name="connsiteX176" fmla="*/ 375237 w 894864"/>
              <a:gd name="connsiteY176" fmla="*/ 164590 h 894852"/>
              <a:gd name="connsiteX177" fmla="*/ 162668 w 894864"/>
              <a:gd name="connsiteY177" fmla="*/ 164590 h 894852"/>
              <a:gd name="connsiteX178" fmla="*/ 126797 w 894864"/>
              <a:gd name="connsiteY178" fmla="*/ 200461 h 894852"/>
              <a:gd name="connsiteX179" fmla="*/ 126797 w 894864"/>
              <a:gd name="connsiteY179" fmla="*/ 419383 h 894852"/>
              <a:gd name="connsiteX180" fmla="*/ 115881 w 894864"/>
              <a:gd name="connsiteY180" fmla="*/ 430299 h 894852"/>
              <a:gd name="connsiteX181" fmla="*/ 104965 w 894864"/>
              <a:gd name="connsiteY181" fmla="*/ 419383 h 894852"/>
              <a:gd name="connsiteX182" fmla="*/ 201682 w 894864"/>
              <a:gd name="connsiteY182" fmla="*/ 275365 h 894852"/>
              <a:gd name="connsiteX183" fmla="*/ 201682 w 894864"/>
              <a:gd name="connsiteY183" fmla="*/ 335459 h 894852"/>
              <a:gd name="connsiteX184" fmla="*/ 222914 w 894864"/>
              <a:gd name="connsiteY184" fmla="*/ 314227 h 894852"/>
              <a:gd name="connsiteX185" fmla="*/ 238344 w 894864"/>
              <a:gd name="connsiteY185" fmla="*/ 314227 h 894852"/>
              <a:gd name="connsiteX186" fmla="*/ 238344 w 894864"/>
              <a:gd name="connsiteY186" fmla="*/ 329658 h 894852"/>
              <a:gd name="connsiteX187" fmla="*/ 198482 w 894864"/>
              <a:gd name="connsiteY187" fmla="*/ 369520 h 894852"/>
              <a:gd name="connsiteX188" fmla="*/ 198368 w 894864"/>
              <a:gd name="connsiteY188" fmla="*/ 369625 h 894852"/>
              <a:gd name="connsiteX189" fmla="*/ 197691 w 894864"/>
              <a:gd name="connsiteY189" fmla="*/ 370234 h 894852"/>
              <a:gd name="connsiteX190" fmla="*/ 197463 w 894864"/>
              <a:gd name="connsiteY190" fmla="*/ 370406 h 894852"/>
              <a:gd name="connsiteX191" fmla="*/ 196834 w 894864"/>
              <a:gd name="connsiteY191" fmla="*/ 370873 h 894852"/>
              <a:gd name="connsiteX192" fmla="*/ 196625 w 894864"/>
              <a:gd name="connsiteY192" fmla="*/ 370996 h 894852"/>
              <a:gd name="connsiteX193" fmla="*/ 195910 w 894864"/>
              <a:gd name="connsiteY193" fmla="*/ 371425 h 894852"/>
              <a:gd name="connsiteX194" fmla="*/ 195767 w 894864"/>
              <a:gd name="connsiteY194" fmla="*/ 371492 h 894852"/>
              <a:gd name="connsiteX195" fmla="*/ 194939 w 894864"/>
              <a:gd name="connsiteY195" fmla="*/ 371882 h 894852"/>
              <a:gd name="connsiteX196" fmla="*/ 194853 w 894864"/>
              <a:gd name="connsiteY196" fmla="*/ 371911 h 894852"/>
              <a:gd name="connsiteX197" fmla="*/ 193939 w 894864"/>
              <a:gd name="connsiteY197" fmla="*/ 372235 h 894852"/>
              <a:gd name="connsiteX198" fmla="*/ 193843 w 894864"/>
              <a:gd name="connsiteY198" fmla="*/ 372263 h 894852"/>
              <a:gd name="connsiteX199" fmla="*/ 192910 w 894864"/>
              <a:gd name="connsiteY199" fmla="*/ 372501 h 894852"/>
              <a:gd name="connsiteX200" fmla="*/ 192662 w 894864"/>
              <a:gd name="connsiteY200" fmla="*/ 372539 h 894852"/>
              <a:gd name="connsiteX201" fmla="*/ 191853 w 894864"/>
              <a:gd name="connsiteY201" fmla="*/ 372663 h 894852"/>
              <a:gd name="connsiteX202" fmla="*/ 190767 w 894864"/>
              <a:gd name="connsiteY202" fmla="*/ 372720 h 894852"/>
              <a:gd name="connsiteX203" fmla="*/ 189681 w 894864"/>
              <a:gd name="connsiteY203" fmla="*/ 372663 h 894852"/>
              <a:gd name="connsiteX204" fmla="*/ 188881 w 894864"/>
              <a:gd name="connsiteY204" fmla="*/ 372539 h 894852"/>
              <a:gd name="connsiteX205" fmla="*/ 188633 w 894864"/>
              <a:gd name="connsiteY205" fmla="*/ 372501 h 894852"/>
              <a:gd name="connsiteX206" fmla="*/ 187709 w 894864"/>
              <a:gd name="connsiteY206" fmla="*/ 372273 h 894852"/>
              <a:gd name="connsiteX207" fmla="*/ 187604 w 894864"/>
              <a:gd name="connsiteY207" fmla="*/ 372244 h 894852"/>
              <a:gd name="connsiteX208" fmla="*/ 186709 w 894864"/>
              <a:gd name="connsiteY208" fmla="*/ 371920 h 894852"/>
              <a:gd name="connsiteX209" fmla="*/ 186604 w 894864"/>
              <a:gd name="connsiteY209" fmla="*/ 371882 h 894852"/>
              <a:gd name="connsiteX210" fmla="*/ 185795 w 894864"/>
              <a:gd name="connsiteY210" fmla="*/ 371501 h 894852"/>
              <a:gd name="connsiteX211" fmla="*/ 185633 w 894864"/>
              <a:gd name="connsiteY211" fmla="*/ 371425 h 894852"/>
              <a:gd name="connsiteX212" fmla="*/ 184947 w 894864"/>
              <a:gd name="connsiteY212" fmla="*/ 371015 h 894852"/>
              <a:gd name="connsiteX213" fmla="*/ 184718 w 894864"/>
              <a:gd name="connsiteY213" fmla="*/ 370873 h 894852"/>
              <a:gd name="connsiteX214" fmla="*/ 184128 w 894864"/>
              <a:gd name="connsiteY214" fmla="*/ 370434 h 894852"/>
              <a:gd name="connsiteX215" fmla="*/ 183861 w 894864"/>
              <a:gd name="connsiteY215" fmla="*/ 370234 h 894852"/>
              <a:gd name="connsiteX216" fmla="*/ 183204 w 894864"/>
              <a:gd name="connsiteY216" fmla="*/ 369644 h 894852"/>
              <a:gd name="connsiteX217" fmla="*/ 183071 w 894864"/>
              <a:gd name="connsiteY217" fmla="*/ 369520 h 894852"/>
              <a:gd name="connsiteX218" fmla="*/ 143208 w 894864"/>
              <a:gd name="connsiteY218" fmla="*/ 329658 h 894852"/>
              <a:gd name="connsiteX219" fmla="*/ 143208 w 894864"/>
              <a:gd name="connsiteY219" fmla="*/ 314227 h 894852"/>
              <a:gd name="connsiteX220" fmla="*/ 158639 w 894864"/>
              <a:gd name="connsiteY220" fmla="*/ 314227 h 894852"/>
              <a:gd name="connsiteX221" fmla="*/ 179870 w 894864"/>
              <a:gd name="connsiteY221" fmla="*/ 335459 h 894852"/>
              <a:gd name="connsiteX222" fmla="*/ 179870 w 894864"/>
              <a:gd name="connsiteY222" fmla="*/ 275365 h 894852"/>
              <a:gd name="connsiteX223" fmla="*/ 237563 w 894864"/>
              <a:gd name="connsiteY223" fmla="*/ 217672 h 894852"/>
              <a:gd name="connsiteX224" fmla="*/ 333889 w 894864"/>
              <a:gd name="connsiteY224" fmla="*/ 217672 h 894852"/>
              <a:gd name="connsiteX225" fmla="*/ 344805 w 894864"/>
              <a:gd name="connsiteY225" fmla="*/ 228588 h 894852"/>
              <a:gd name="connsiteX226" fmla="*/ 333889 w 894864"/>
              <a:gd name="connsiteY226" fmla="*/ 239504 h 894852"/>
              <a:gd name="connsiteX227" fmla="*/ 237563 w 894864"/>
              <a:gd name="connsiteY227" fmla="*/ 239504 h 894852"/>
              <a:gd name="connsiteX228" fmla="*/ 201692 w 894864"/>
              <a:gd name="connsiteY228" fmla="*/ 275375 h 894852"/>
              <a:gd name="connsiteX229" fmla="*/ 789899 w 894864"/>
              <a:gd name="connsiteY229" fmla="*/ 475457 h 894852"/>
              <a:gd name="connsiteX230" fmla="*/ 789899 w 894864"/>
              <a:gd name="connsiteY230" fmla="*/ 694380 h 894852"/>
              <a:gd name="connsiteX231" fmla="*/ 732206 w 894864"/>
              <a:gd name="connsiteY231" fmla="*/ 752073 h 894852"/>
              <a:gd name="connsiteX232" fmla="*/ 519636 w 894864"/>
              <a:gd name="connsiteY232" fmla="*/ 752073 h 894852"/>
              <a:gd name="connsiteX233" fmla="*/ 540868 w 894864"/>
              <a:gd name="connsiteY233" fmla="*/ 773304 h 894852"/>
              <a:gd name="connsiteX234" fmla="*/ 540868 w 894864"/>
              <a:gd name="connsiteY234" fmla="*/ 788734 h 894852"/>
              <a:gd name="connsiteX235" fmla="*/ 533152 w 894864"/>
              <a:gd name="connsiteY235" fmla="*/ 791935 h 894852"/>
              <a:gd name="connsiteX236" fmla="*/ 525437 w 894864"/>
              <a:gd name="connsiteY236" fmla="*/ 788734 h 894852"/>
              <a:gd name="connsiteX237" fmla="*/ 485575 w 894864"/>
              <a:gd name="connsiteY237" fmla="*/ 748872 h 894852"/>
              <a:gd name="connsiteX238" fmla="*/ 485461 w 894864"/>
              <a:gd name="connsiteY238" fmla="*/ 748739 h 894852"/>
              <a:gd name="connsiteX239" fmla="*/ 484870 w 894864"/>
              <a:gd name="connsiteY239" fmla="*/ 748082 h 894852"/>
              <a:gd name="connsiteX240" fmla="*/ 484670 w 894864"/>
              <a:gd name="connsiteY240" fmla="*/ 747815 h 894852"/>
              <a:gd name="connsiteX241" fmla="*/ 484232 w 894864"/>
              <a:gd name="connsiteY241" fmla="*/ 747224 h 894852"/>
              <a:gd name="connsiteX242" fmla="*/ 484089 w 894864"/>
              <a:gd name="connsiteY242" fmla="*/ 746996 h 894852"/>
              <a:gd name="connsiteX243" fmla="*/ 483680 w 894864"/>
              <a:gd name="connsiteY243" fmla="*/ 746310 h 894852"/>
              <a:gd name="connsiteX244" fmla="*/ 483603 w 894864"/>
              <a:gd name="connsiteY244" fmla="*/ 746148 h 894852"/>
              <a:gd name="connsiteX245" fmla="*/ 483222 w 894864"/>
              <a:gd name="connsiteY245" fmla="*/ 745338 h 894852"/>
              <a:gd name="connsiteX246" fmla="*/ 483184 w 894864"/>
              <a:gd name="connsiteY246" fmla="*/ 745234 h 894852"/>
              <a:gd name="connsiteX247" fmla="*/ 482860 w 894864"/>
              <a:gd name="connsiteY247" fmla="*/ 744338 h 894852"/>
              <a:gd name="connsiteX248" fmla="*/ 482832 w 894864"/>
              <a:gd name="connsiteY248" fmla="*/ 744234 h 894852"/>
              <a:gd name="connsiteX249" fmla="*/ 482603 w 894864"/>
              <a:gd name="connsiteY249" fmla="*/ 743310 h 894852"/>
              <a:gd name="connsiteX250" fmla="*/ 482565 w 894864"/>
              <a:gd name="connsiteY250" fmla="*/ 743062 h 894852"/>
              <a:gd name="connsiteX251" fmla="*/ 482441 w 894864"/>
              <a:gd name="connsiteY251" fmla="*/ 742262 h 894852"/>
              <a:gd name="connsiteX252" fmla="*/ 482384 w 894864"/>
              <a:gd name="connsiteY252" fmla="*/ 741176 h 894852"/>
              <a:gd name="connsiteX253" fmla="*/ 482441 w 894864"/>
              <a:gd name="connsiteY253" fmla="*/ 740090 h 894852"/>
              <a:gd name="connsiteX254" fmla="*/ 482565 w 894864"/>
              <a:gd name="connsiteY254" fmla="*/ 739281 h 894852"/>
              <a:gd name="connsiteX255" fmla="*/ 482603 w 894864"/>
              <a:gd name="connsiteY255" fmla="*/ 739033 h 894852"/>
              <a:gd name="connsiteX256" fmla="*/ 482841 w 894864"/>
              <a:gd name="connsiteY256" fmla="*/ 738099 h 894852"/>
              <a:gd name="connsiteX257" fmla="*/ 482870 w 894864"/>
              <a:gd name="connsiteY257" fmla="*/ 738004 h 894852"/>
              <a:gd name="connsiteX258" fmla="*/ 483194 w 894864"/>
              <a:gd name="connsiteY258" fmla="*/ 737090 h 894852"/>
              <a:gd name="connsiteX259" fmla="*/ 483222 w 894864"/>
              <a:gd name="connsiteY259" fmla="*/ 737004 h 894852"/>
              <a:gd name="connsiteX260" fmla="*/ 483613 w 894864"/>
              <a:gd name="connsiteY260" fmla="*/ 736175 h 894852"/>
              <a:gd name="connsiteX261" fmla="*/ 483680 w 894864"/>
              <a:gd name="connsiteY261" fmla="*/ 736033 h 894852"/>
              <a:gd name="connsiteX262" fmla="*/ 484108 w 894864"/>
              <a:gd name="connsiteY262" fmla="*/ 735318 h 894852"/>
              <a:gd name="connsiteX263" fmla="*/ 484232 w 894864"/>
              <a:gd name="connsiteY263" fmla="*/ 735109 h 894852"/>
              <a:gd name="connsiteX264" fmla="*/ 484699 w 894864"/>
              <a:gd name="connsiteY264" fmla="*/ 734480 h 894852"/>
              <a:gd name="connsiteX265" fmla="*/ 484870 w 894864"/>
              <a:gd name="connsiteY265" fmla="*/ 734251 h 894852"/>
              <a:gd name="connsiteX266" fmla="*/ 485480 w 894864"/>
              <a:gd name="connsiteY266" fmla="*/ 733575 h 894852"/>
              <a:gd name="connsiteX267" fmla="*/ 485585 w 894864"/>
              <a:gd name="connsiteY267" fmla="*/ 733461 h 894852"/>
              <a:gd name="connsiteX268" fmla="*/ 525447 w 894864"/>
              <a:gd name="connsiteY268" fmla="*/ 693599 h 894852"/>
              <a:gd name="connsiteX269" fmla="*/ 540877 w 894864"/>
              <a:gd name="connsiteY269" fmla="*/ 693599 h 894852"/>
              <a:gd name="connsiteX270" fmla="*/ 540877 w 894864"/>
              <a:gd name="connsiteY270" fmla="*/ 709029 h 894852"/>
              <a:gd name="connsiteX271" fmla="*/ 519646 w 894864"/>
              <a:gd name="connsiteY271" fmla="*/ 730260 h 894852"/>
              <a:gd name="connsiteX272" fmla="*/ 732215 w 894864"/>
              <a:gd name="connsiteY272" fmla="*/ 730260 h 894852"/>
              <a:gd name="connsiteX273" fmla="*/ 768087 w 894864"/>
              <a:gd name="connsiteY273" fmla="*/ 694389 h 894852"/>
              <a:gd name="connsiteX274" fmla="*/ 768087 w 894864"/>
              <a:gd name="connsiteY274" fmla="*/ 475467 h 894852"/>
              <a:gd name="connsiteX275" fmla="*/ 779002 w 894864"/>
              <a:gd name="connsiteY275" fmla="*/ 464551 h 894852"/>
              <a:gd name="connsiteX276" fmla="*/ 789918 w 894864"/>
              <a:gd name="connsiteY276" fmla="*/ 475467 h 894852"/>
              <a:gd name="connsiteX277" fmla="*/ 693182 w 894864"/>
              <a:gd name="connsiteY277" fmla="*/ 619485 h 894852"/>
              <a:gd name="connsiteX278" fmla="*/ 693182 w 894864"/>
              <a:gd name="connsiteY278" fmla="*/ 559391 h 894852"/>
              <a:gd name="connsiteX279" fmla="*/ 671951 w 894864"/>
              <a:gd name="connsiteY279" fmla="*/ 580623 h 894852"/>
              <a:gd name="connsiteX280" fmla="*/ 664235 w 894864"/>
              <a:gd name="connsiteY280" fmla="*/ 583823 h 894852"/>
              <a:gd name="connsiteX281" fmla="*/ 656520 w 894864"/>
              <a:gd name="connsiteY281" fmla="*/ 580623 h 894852"/>
              <a:gd name="connsiteX282" fmla="*/ 656520 w 894864"/>
              <a:gd name="connsiteY282" fmla="*/ 565192 h 894852"/>
              <a:gd name="connsiteX283" fmla="*/ 696382 w 894864"/>
              <a:gd name="connsiteY283" fmla="*/ 525330 h 894852"/>
              <a:gd name="connsiteX284" fmla="*/ 696516 w 894864"/>
              <a:gd name="connsiteY284" fmla="*/ 525206 h 894852"/>
              <a:gd name="connsiteX285" fmla="*/ 697173 w 894864"/>
              <a:gd name="connsiteY285" fmla="*/ 524616 h 894852"/>
              <a:gd name="connsiteX286" fmla="*/ 697440 w 894864"/>
              <a:gd name="connsiteY286" fmla="*/ 524416 h 894852"/>
              <a:gd name="connsiteX287" fmla="*/ 698030 w 894864"/>
              <a:gd name="connsiteY287" fmla="*/ 523977 h 894852"/>
              <a:gd name="connsiteX288" fmla="*/ 698259 w 894864"/>
              <a:gd name="connsiteY288" fmla="*/ 523835 h 894852"/>
              <a:gd name="connsiteX289" fmla="*/ 698945 w 894864"/>
              <a:gd name="connsiteY289" fmla="*/ 523425 h 894852"/>
              <a:gd name="connsiteX290" fmla="*/ 699106 w 894864"/>
              <a:gd name="connsiteY290" fmla="*/ 523349 h 894852"/>
              <a:gd name="connsiteX291" fmla="*/ 699916 w 894864"/>
              <a:gd name="connsiteY291" fmla="*/ 522968 h 894852"/>
              <a:gd name="connsiteX292" fmla="*/ 700021 w 894864"/>
              <a:gd name="connsiteY292" fmla="*/ 522930 h 894852"/>
              <a:gd name="connsiteX293" fmla="*/ 700916 w 894864"/>
              <a:gd name="connsiteY293" fmla="*/ 522606 h 894852"/>
              <a:gd name="connsiteX294" fmla="*/ 701021 w 894864"/>
              <a:gd name="connsiteY294" fmla="*/ 522577 h 894852"/>
              <a:gd name="connsiteX295" fmla="*/ 701945 w 894864"/>
              <a:gd name="connsiteY295" fmla="*/ 522349 h 894852"/>
              <a:gd name="connsiteX296" fmla="*/ 702193 w 894864"/>
              <a:gd name="connsiteY296" fmla="*/ 522311 h 894852"/>
              <a:gd name="connsiteX297" fmla="*/ 702993 w 894864"/>
              <a:gd name="connsiteY297" fmla="*/ 522187 h 894852"/>
              <a:gd name="connsiteX298" fmla="*/ 704079 w 894864"/>
              <a:gd name="connsiteY298" fmla="*/ 522130 h 894852"/>
              <a:gd name="connsiteX299" fmla="*/ 705164 w 894864"/>
              <a:gd name="connsiteY299" fmla="*/ 522187 h 894852"/>
              <a:gd name="connsiteX300" fmla="*/ 705974 w 894864"/>
              <a:gd name="connsiteY300" fmla="*/ 522311 h 894852"/>
              <a:gd name="connsiteX301" fmla="*/ 706222 w 894864"/>
              <a:gd name="connsiteY301" fmla="*/ 522349 h 894852"/>
              <a:gd name="connsiteX302" fmla="*/ 707155 w 894864"/>
              <a:gd name="connsiteY302" fmla="*/ 522587 h 894852"/>
              <a:gd name="connsiteX303" fmla="*/ 707250 w 894864"/>
              <a:gd name="connsiteY303" fmla="*/ 522615 h 894852"/>
              <a:gd name="connsiteX304" fmla="*/ 708165 w 894864"/>
              <a:gd name="connsiteY304" fmla="*/ 522939 h 894852"/>
              <a:gd name="connsiteX305" fmla="*/ 708250 w 894864"/>
              <a:gd name="connsiteY305" fmla="*/ 522968 h 894852"/>
              <a:gd name="connsiteX306" fmla="*/ 709079 w 894864"/>
              <a:gd name="connsiteY306" fmla="*/ 523358 h 894852"/>
              <a:gd name="connsiteX307" fmla="*/ 709222 w 894864"/>
              <a:gd name="connsiteY307" fmla="*/ 523425 h 894852"/>
              <a:gd name="connsiteX308" fmla="*/ 709936 w 894864"/>
              <a:gd name="connsiteY308" fmla="*/ 523854 h 894852"/>
              <a:gd name="connsiteX309" fmla="*/ 710146 w 894864"/>
              <a:gd name="connsiteY309" fmla="*/ 523977 h 894852"/>
              <a:gd name="connsiteX310" fmla="*/ 710775 w 894864"/>
              <a:gd name="connsiteY310" fmla="*/ 524444 h 894852"/>
              <a:gd name="connsiteX311" fmla="*/ 711003 w 894864"/>
              <a:gd name="connsiteY311" fmla="*/ 524616 h 894852"/>
              <a:gd name="connsiteX312" fmla="*/ 711679 w 894864"/>
              <a:gd name="connsiteY312" fmla="*/ 525225 h 894852"/>
              <a:gd name="connsiteX313" fmla="*/ 711794 w 894864"/>
              <a:gd name="connsiteY313" fmla="*/ 525330 h 894852"/>
              <a:gd name="connsiteX314" fmla="*/ 751656 w 894864"/>
              <a:gd name="connsiteY314" fmla="*/ 565192 h 894852"/>
              <a:gd name="connsiteX315" fmla="*/ 751656 w 894864"/>
              <a:gd name="connsiteY315" fmla="*/ 580623 h 894852"/>
              <a:gd name="connsiteX316" fmla="*/ 736225 w 894864"/>
              <a:gd name="connsiteY316" fmla="*/ 580623 h 894852"/>
              <a:gd name="connsiteX317" fmla="*/ 714994 w 894864"/>
              <a:gd name="connsiteY317" fmla="*/ 559391 h 894852"/>
              <a:gd name="connsiteX318" fmla="*/ 714994 w 894864"/>
              <a:gd name="connsiteY318" fmla="*/ 619485 h 894852"/>
              <a:gd name="connsiteX319" fmla="*/ 657301 w 894864"/>
              <a:gd name="connsiteY319" fmla="*/ 677178 h 894852"/>
              <a:gd name="connsiteX320" fmla="*/ 560975 w 894864"/>
              <a:gd name="connsiteY320" fmla="*/ 677178 h 894852"/>
              <a:gd name="connsiteX321" fmla="*/ 550059 w 894864"/>
              <a:gd name="connsiteY321" fmla="*/ 666262 h 894852"/>
              <a:gd name="connsiteX322" fmla="*/ 560975 w 894864"/>
              <a:gd name="connsiteY322" fmla="*/ 655346 h 894852"/>
              <a:gd name="connsiteX323" fmla="*/ 657301 w 894864"/>
              <a:gd name="connsiteY323" fmla="*/ 655346 h 894852"/>
              <a:gd name="connsiteX324" fmla="*/ 693172 w 894864"/>
              <a:gd name="connsiteY324" fmla="*/ 619475 h 89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894864" h="894852">
                <a:moveTo>
                  <a:pt x="891416" y="161627"/>
                </a:moveTo>
                <a:cubicBezTo>
                  <a:pt x="890549" y="157008"/>
                  <a:pt x="886806" y="153455"/>
                  <a:pt x="882148" y="152836"/>
                </a:cubicBezTo>
                <a:lnTo>
                  <a:pt x="851649" y="148740"/>
                </a:lnTo>
                <a:cubicBezTo>
                  <a:pt x="848916" y="140225"/>
                  <a:pt x="845477" y="131938"/>
                  <a:pt x="841381" y="123985"/>
                </a:cubicBezTo>
                <a:lnTo>
                  <a:pt x="860050" y="99524"/>
                </a:lnTo>
                <a:cubicBezTo>
                  <a:pt x="862908" y="95781"/>
                  <a:pt x="863041" y="90638"/>
                  <a:pt x="860384" y="86751"/>
                </a:cubicBezTo>
                <a:cubicBezTo>
                  <a:pt x="846306" y="66130"/>
                  <a:pt x="828713" y="48537"/>
                  <a:pt x="808101" y="34469"/>
                </a:cubicBezTo>
                <a:cubicBezTo>
                  <a:pt x="804215" y="31811"/>
                  <a:pt x="799071" y="31954"/>
                  <a:pt x="795328" y="34802"/>
                </a:cubicBezTo>
                <a:lnTo>
                  <a:pt x="770858" y="53480"/>
                </a:lnTo>
                <a:cubicBezTo>
                  <a:pt x="762895" y="49375"/>
                  <a:pt x="754609" y="45946"/>
                  <a:pt x="746112" y="43213"/>
                </a:cubicBezTo>
                <a:lnTo>
                  <a:pt x="742017" y="12704"/>
                </a:lnTo>
                <a:cubicBezTo>
                  <a:pt x="741388" y="8037"/>
                  <a:pt x="737845" y="4303"/>
                  <a:pt x="733225" y="3436"/>
                </a:cubicBezTo>
                <a:cubicBezTo>
                  <a:pt x="708936" y="-1145"/>
                  <a:pt x="683581" y="-1145"/>
                  <a:pt x="659292" y="3436"/>
                </a:cubicBezTo>
                <a:cubicBezTo>
                  <a:pt x="654672" y="4303"/>
                  <a:pt x="651120" y="8046"/>
                  <a:pt x="650500" y="12704"/>
                </a:cubicBezTo>
                <a:lnTo>
                  <a:pt x="646405" y="43213"/>
                </a:lnTo>
                <a:cubicBezTo>
                  <a:pt x="637899" y="45946"/>
                  <a:pt x="629612" y="49375"/>
                  <a:pt x="621659" y="53480"/>
                </a:cubicBezTo>
                <a:lnTo>
                  <a:pt x="597189" y="34802"/>
                </a:lnTo>
                <a:cubicBezTo>
                  <a:pt x="593446" y="31944"/>
                  <a:pt x="588302" y="31811"/>
                  <a:pt x="584416" y="34469"/>
                </a:cubicBezTo>
                <a:cubicBezTo>
                  <a:pt x="563794" y="48547"/>
                  <a:pt x="546202" y="66139"/>
                  <a:pt x="532133" y="86751"/>
                </a:cubicBezTo>
                <a:cubicBezTo>
                  <a:pt x="529485" y="90638"/>
                  <a:pt x="529619" y="95781"/>
                  <a:pt x="532467" y="99524"/>
                </a:cubicBezTo>
                <a:lnTo>
                  <a:pt x="551145" y="123994"/>
                </a:lnTo>
                <a:cubicBezTo>
                  <a:pt x="547040" y="131957"/>
                  <a:pt x="543611" y="140244"/>
                  <a:pt x="540877" y="148750"/>
                </a:cubicBezTo>
                <a:lnTo>
                  <a:pt x="510369" y="152845"/>
                </a:lnTo>
                <a:cubicBezTo>
                  <a:pt x="505701" y="153474"/>
                  <a:pt x="501968" y="157017"/>
                  <a:pt x="501101" y="161646"/>
                </a:cubicBezTo>
                <a:cubicBezTo>
                  <a:pt x="498815" y="173800"/>
                  <a:pt x="497653" y="186240"/>
                  <a:pt x="497653" y="198613"/>
                </a:cubicBezTo>
                <a:cubicBezTo>
                  <a:pt x="497653" y="210986"/>
                  <a:pt x="498815" y="223426"/>
                  <a:pt x="501101" y="235579"/>
                </a:cubicBezTo>
                <a:cubicBezTo>
                  <a:pt x="501968" y="240199"/>
                  <a:pt x="505711" y="243752"/>
                  <a:pt x="510369" y="244371"/>
                </a:cubicBezTo>
                <a:lnTo>
                  <a:pt x="540868" y="248467"/>
                </a:lnTo>
                <a:cubicBezTo>
                  <a:pt x="543601" y="256982"/>
                  <a:pt x="547030" y="265269"/>
                  <a:pt x="551136" y="273232"/>
                </a:cubicBezTo>
                <a:lnTo>
                  <a:pt x="532467" y="297692"/>
                </a:lnTo>
                <a:cubicBezTo>
                  <a:pt x="529609" y="301435"/>
                  <a:pt x="529476" y="306579"/>
                  <a:pt x="532133" y="310465"/>
                </a:cubicBezTo>
                <a:cubicBezTo>
                  <a:pt x="546221" y="331087"/>
                  <a:pt x="563804" y="348679"/>
                  <a:pt x="584416" y="362748"/>
                </a:cubicBezTo>
                <a:cubicBezTo>
                  <a:pt x="588302" y="365396"/>
                  <a:pt x="593446" y="365262"/>
                  <a:pt x="597189" y="362405"/>
                </a:cubicBezTo>
                <a:lnTo>
                  <a:pt x="621659" y="343726"/>
                </a:lnTo>
                <a:cubicBezTo>
                  <a:pt x="629622" y="347832"/>
                  <a:pt x="637899" y="351261"/>
                  <a:pt x="646405" y="353994"/>
                </a:cubicBezTo>
                <a:lnTo>
                  <a:pt x="650500" y="384503"/>
                </a:lnTo>
                <a:cubicBezTo>
                  <a:pt x="651129" y="389170"/>
                  <a:pt x="654672" y="392904"/>
                  <a:pt x="659292" y="393771"/>
                </a:cubicBezTo>
                <a:cubicBezTo>
                  <a:pt x="671446" y="396057"/>
                  <a:pt x="683876" y="397219"/>
                  <a:pt x="696258" y="397219"/>
                </a:cubicBezTo>
                <a:cubicBezTo>
                  <a:pt x="708641" y="397219"/>
                  <a:pt x="721081" y="396057"/>
                  <a:pt x="733225" y="393771"/>
                </a:cubicBezTo>
                <a:cubicBezTo>
                  <a:pt x="737845" y="392904"/>
                  <a:pt x="741397" y="389161"/>
                  <a:pt x="742017" y="384503"/>
                </a:cubicBezTo>
                <a:lnTo>
                  <a:pt x="746112" y="353994"/>
                </a:lnTo>
                <a:cubicBezTo>
                  <a:pt x="754618" y="351261"/>
                  <a:pt x="762895" y="347832"/>
                  <a:pt x="770858" y="343726"/>
                </a:cubicBezTo>
                <a:lnTo>
                  <a:pt x="795328" y="362405"/>
                </a:lnTo>
                <a:cubicBezTo>
                  <a:pt x="799071" y="365262"/>
                  <a:pt x="804215" y="365396"/>
                  <a:pt x="808101" y="362738"/>
                </a:cubicBezTo>
                <a:cubicBezTo>
                  <a:pt x="828723" y="348651"/>
                  <a:pt x="846315" y="331068"/>
                  <a:pt x="860384" y="310455"/>
                </a:cubicBezTo>
                <a:cubicBezTo>
                  <a:pt x="863032" y="306569"/>
                  <a:pt x="862898" y="301426"/>
                  <a:pt x="860041" y="297682"/>
                </a:cubicBezTo>
                <a:lnTo>
                  <a:pt x="841372" y="273213"/>
                </a:lnTo>
                <a:cubicBezTo>
                  <a:pt x="845468" y="265250"/>
                  <a:pt x="848906" y="256973"/>
                  <a:pt x="851640" y="248457"/>
                </a:cubicBezTo>
                <a:lnTo>
                  <a:pt x="882148" y="244361"/>
                </a:lnTo>
                <a:cubicBezTo>
                  <a:pt x="886816" y="243733"/>
                  <a:pt x="890549" y="240190"/>
                  <a:pt x="891416" y="235560"/>
                </a:cubicBezTo>
                <a:cubicBezTo>
                  <a:pt x="893702" y="223407"/>
                  <a:pt x="894864" y="210967"/>
                  <a:pt x="894864" y="198594"/>
                </a:cubicBezTo>
                <a:cubicBezTo>
                  <a:pt x="894864" y="186221"/>
                  <a:pt x="893702" y="173781"/>
                  <a:pt x="891416" y="161627"/>
                </a:cubicBezTo>
                <a:close/>
                <a:moveTo>
                  <a:pt x="871242" y="223797"/>
                </a:moveTo>
                <a:lnTo>
                  <a:pt x="841734" y="227759"/>
                </a:lnTo>
                <a:cubicBezTo>
                  <a:pt x="837381" y="228340"/>
                  <a:pt x="833809" y="231474"/>
                  <a:pt x="832656" y="235713"/>
                </a:cubicBezTo>
                <a:cubicBezTo>
                  <a:pt x="829523" y="247248"/>
                  <a:pt x="824913" y="258363"/>
                  <a:pt x="818950" y="268774"/>
                </a:cubicBezTo>
                <a:cubicBezTo>
                  <a:pt x="816769" y="272584"/>
                  <a:pt x="817074" y="277328"/>
                  <a:pt x="819741" y="280823"/>
                </a:cubicBezTo>
                <a:lnTo>
                  <a:pt x="837810" y="304512"/>
                </a:lnTo>
                <a:cubicBezTo>
                  <a:pt x="827665" y="318056"/>
                  <a:pt x="815721" y="330010"/>
                  <a:pt x="802167" y="340154"/>
                </a:cubicBezTo>
                <a:lnTo>
                  <a:pt x="778478" y="322076"/>
                </a:lnTo>
                <a:cubicBezTo>
                  <a:pt x="774992" y="319409"/>
                  <a:pt x="770239" y="319095"/>
                  <a:pt x="766429" y="321285"/>
                </a:cubicBezTo>
                <a:cubicBezTo>
                  <a:pt x="756018" y="327258"/>
                  <a:pt x="744903" y="331868"/>
                  <a:pt x="733377" y="334992"/>
                </a:cubicBezTo>
                <a:cubicBezTo>
                  <a:pt x="729139" y="336144"/>
                  <a:pt x="726005" y="339716"/>
                  <a:pt x="725424" y="344069"/>
                </a:cubicBezTo>
                <a:lnTo>
                  <a:pt x="721462" y="373587"/>
                </a:lnTo>
                <a:cubicBezTo>
                  <a:pt x="704793" y="375968"/>
                  <a:pt x="687743" y="375968"/>
                  <a:pt x="671055" y="373587"/>
                </a:cubicBezTo>
                <a:lnTo>
                  <a:pt x="667093" y="344069"/>
                </a:lnTo>
                <a:cubicBezTo>
                  <a:pt x="666512" y="339716"/>
                  <a:pt x="663378" y="336144"/>
                  <a:pt x="659140" y="334992"/>
                </a:cubicBezTo>
                <a:cubicBezTo>
                  <a:pt x="647614" y="331868"/>
                  <a:pt x="636499" y="327248"/>
                  <a:pt x="626088" y="321285"/>
                </a:cubicBezTo>
                <a:cubicBezTo>
                  <a:pt x="622278" y="319104"/>
                  <a:pt x="617534" y="319409"/>
                  <a:pt x="614039" y="322076"/>
                </a:cubicBezTo>
                <a:lnTo>
                  <a:pt x="590350" y="340154"/>
                </a:lnTo>
                <a:cubicBezTo>
                  <a:pt x="576805" y="330010"/>
                  <a:pt x="564852" y="318066"/>
                  <a:pt x="554707" y="304512"/>
                </a:cubicBezTo>
                <a:lnTo>
                  <a:pt x="572776" y="280842"/>
                </a:lnTo>
                <a:cubicBezTo>
                  <a:pt x="575443" y="277347"/>
                  <a:pt x="575758" y="272603"/>
                  <a:pt x="573567" y="268793"/>
                </a:cubicBezTo>
                <a:cubicBezTo>
                  <a:pt x="567604" y="258392"/>
                  <a:pt x="562985" y="247267"/>
                  <a:pt x="559851" y="235732"/>
                </a:cubicBezTo>
                <a:cubicBezTo>
                  <a:pt x="558698" y="231493"/>
                  <a:pt x="555127" y="228359"/>
                  <a:pt x="550774" y="227778"/>
                </a:cubicBezTo>
                <a:lnTo>
                  <a:pt x="521265" y="223816"/>
                </a:lnTo>
                <a:cubicBezTo>
                  <a:pt x="520075" y="215472"/>
                  <a:pt x="519474" y="207033"/>
                  <a:pt x="519474" y="198613"/>
                </a:cubicBezTo>
                <a:cubicBezTo>
                  <a:pt x="519474" y="190193"/>
                  <a:pt x="520075" y="181754"/>
                  <a:pt x="521265" y="173410"/>
                </a:cubicBezTo>
                <a:lnTo>
                  <a:pt x="550774" y="169447"/>
                </a:lnTo>
                <a:cubicBezTo>
                  <a:pt x="555127" y="168866"/>
                  <a:pt x="558698" y="165723"/>
                  <a:pt x="559851" y="161494"/>
                </a:cubicBezTo>
                <a:cubicBezTo>
                  <a:pt x="562975" y="149969"/>
                  <a:pt x="567595" y="138844"/>
                  <a:pt x="573557" y="128433"/>
                </a:cubicBezTo>
                <a:cubicBezTo>
                  <a:pt x="575739" y="124623"/>
                  <a:pt x="575434" y="119879"/>
                  <a:pt x="572767" y="116384"/>
                </a:cubicBezTo>
                <a:lnTo>
                  <a:pt x="554698" y="92704"/>
                </a:lnTo>
                <a:cubicBezTo>
                  <a:pt x="564842" y="79150"/>
                  <a:pt x="576786" y="67206"/>
                  <a:pt x="590340" y="57062"/>
                </a:cubicBezTo>
                <a:lnTo>
                  <a:pt x="614020" y="75131"/>
                </a:lnTo>
                <a:cubicBezTo>
                  <a:pt x="617515" y="77798"/>
                  <a:pt x="622259" y="78112"/>
                  <a:pt x="626069" y="75921"/>
                </a:cubicBezTo>
                <a:cubicBezTo>
                  <a:pt x="636470" y="69959"/>
                  <a:pt x="647595" y="65339"/>
                  <a:pt x="659120" y="62215"/>
                </a:cubicBezTo>
                <a:cubicBezTo>
                  <a:pt x="663359" y="61062"/>
                  <a:pt x="666493" y="57491"/>
                  <a:pt x="667074" y="53138"/>
                </a:cubicBezTo>
                <a:lnTo>
                  <a:pt x="671036" y="23620"/>
                </a:lnTo>
                <a:cubicBezTo>
                  <a:pt x="687715" y="21238"/>
                  <a:pt x="704764" y="21238"/>
                  <a:pt x="721443" y="23620"/>
                </a:cubicBezTo>
                <a:lnTo>
                  <a:pt x="725405" y="53138"/>
                </a:lnTo>
                <a:cubicBezTo>
                  <a:pt x="725986" y="57491"/>
                  <a:pt x="729129" y="61062"/>
                  <a:pt x="733358" y="62215"/>
                </a:cubicBezTo>
                <a:cubicBezTo>
                  <a:pt x="744874" y="65339"/>
                  <a:pt x="755999" y="69949"/>
                  <a:pt x="766420" y="75921"/>
                </a:cubicBezTo>
                <a:cubicBezTo>
                  <a:pt x="770230" y="78103"/>
                  <a:pt x="774973" y="77798"/>
                  <a:pt x="778469" y="75131"/>
                </a:cubicBezTo>
                <a:lnTo>
                  <a:pt x="802157" y="57052"/>
                </a:lnTo>
                <a:cubicBezTo>
                  <a:pt x="815712" y="67197"/>
                  <a:pt x="827656" y="79141"/>
                  <a:pt x="837800" y="92695"/>
                </a:cubicBezTo>
                <a:lnTo>
                  <a:pt x="819731" y="116365"/>
                </a:lnTo>
                <a:cubicBezTo>
                  <a:pt x="817064" y="119860"/>
                  <a:pt x="816750" y="124604"/>
                  <a:pt x="818940" y="128414"/>
                </a:cubicBezTo>
                <a:cubicBezTo>
                  <a:pt x="824903" y="138815"/>
                  <a:pt x="829513" y="149940"/>
                  <a:pt x="832656" y="161484"/>
                </a:cubicBezTo>
                <a:cubicBezTo>
                  <a:pt x="833809" y="165723"/>
                  <a:pt x="837381" y="168857"/>
                  <a:pt x="841734" y="169438"/>
                </a:cubicBezTo>
                <a:lnTo>
                  <a:pt x="871242" y="173400"/>
                </a:lnTo>
                <a:cubicBezTo>
                  <a:pt x="872433" y="181744"/>
                  <a:pt x="873033" y="190183"/>
                  <a:pt x="873033" y="198603"/>
                </a:cubicBezTo>
                <a:cubicBezTo>
                  <a:pt x="873033" y="207023"/>
                  <a:pt x="872433" y="215463"/>
                  <a:pt x="871242" y="223807"/>
                </a:cubicBezTo>
                <a:close/>
                <a:moveTo>
                  <a:pt x="696249" y="108802"/>
                </a:moveTo>
                <a:cubicBezTo>
                  <a:pt x="646738" y="108802"/>
                  <a:pt x="606457" y="149083"/>
                  <a:pt x="606457" y="198594"/>
                </a:cubicBezTo>
                <a:cubicBezTo>
                  <a:pt x="606457" y="248105"/>
                  <a:pt x="646738" y="288386"/>
                  <a:pt x="696249" y="288386"/>
                </a:cubicBezTo>
                <a:cubicBezTo>
                  <a:pt x="745760" y="288386"/>
                  <a:pt x="786041" y="248105"/>
                  <a:pt x="786041" y="198594"/>
                </a:cubicBezTo>
                <a:cubicBezTo>
                  <a:pt x="786041" y="149083"/>
                  <a:pt x="745760" y="108802"/>
                  <a:pt x="696249" y="108802"/>
                </a:cubicBezTo>
                <a:close/>
                <a:moveTo>
                  <a:pt x="696249" y="266555"/>
                </a:moveTo>
                <a:cubicBezTo>
                  <a:pt x="658768" y="266555"/>
                  <a:pt x="628279" y="236065"/>
                  <a:pt x="628279" y="198584"/>
                </a:cubicBezTo>
                <a:cubicBezTo>
                  <a:pt x="628279" y="161103"/>
                  <a:pt x="658768" y="130623"/>
                  <a:pt x="696249" y="130623"/>
                </a:cubicBezTo>
                <a:cubicBezTo>
                  <a:pt x="733730" y="130623"/>
                  <a:pt x="764210" y="161113"/>
                  <a:pt x="764210" y="198584"/>
                </a:cubicBezTo>
                <a:cubicBezTo>
                  <a:pt x="764210" y="236056"/>
                  <a:pt x="733720" y="266555"/>
                  <a:pt x="696249" y="266555"/>
                </a:cubicBezTo>
                <a:close/>
                <a:moveTo>
                  <a:pt x="345405" y="653194"/>
                </a:moveTo>
                <a:cubicBezTo>
                  <a:pt x="366417" y="630162"/>
                  <a:pt x="379247" y="599558"/>
                  <a:pt x="379247" y="566002"/>
                </a:cubicBezTo>
                <a:cubicBezTo>
                  <a:pt x="379247" y="494593"/>
                  <a:pt x="321154" y="436500"/>
                  <a:pt x="249746" y="436500"/>
                </a:cubicBezTo>
                <a:cubicBezTo>
                  <a:pt x="178337" y="436500"/>
                  <a:pt x="120244" y="494593"/>
                  <a:pt x="120244" y="566002"/>
                </a:cubicBezTo>
                <a:cubicBezTo>
                  <a:pt x="120244" y="599558"/>
                  <a:pt x="133074" y="630162"/>
                  <a:pt x="154086" y="653194"/>
                </a:cubicBezTo>
                <a:cubicBezTo>
                  <a:pt x="61236" y="691608"/>
                  <a:pt x="0" y="782200"/>
                  <a:pt x="0" y="883937"/>
                </a:cubicBezTo>
                <a:cubicBezTo>
                  <a:pt x="0" y="889966"/>
                  <a:pt x="4886" y="894852"/>
                  <a:pt x="10916" y="894852"/>
                </a:cubicBezTo>
                <a:lnTo>
                  <a:pt x="488585" y="894852"/>
                </a:lnTo>
                <a:cubicBezTo>
                  <a:pt x="494614" y="894852"/>
                  <a:pt x="499501" y="889966"/>
                  <a:pt x="499501" y="883937"/>
                </a:cubicBezTo>
                <a:cubicBezTo>
                  <a:pt x="499501" y="782200"/>
                  <a:pt x="438264" y="691608"/>
                  <a:pt x="345415" y="653194"/>
                </a:cubicBezTo>
                <a:close/>
                <a:moveTo>
                  <a:pt x="249746" y="458322"/>
                </a:moveTo>
                <a:cubicBezTo>
                  <a:pt x="309115" y="458322"/>
                  <a:pt x="357416" y="506623"/>
                  <a:pt x="357416" y="565992"/>
                </a:cubicBezTo>
                <a:cubicBezTo>
                  <a:pt x="357416" y="625362"/>
                  <a:pt x="309115" y="673663"/>
                  <a:pt x="249746" y="673663"/>
                </a:cubicBezTo>
                <a:cubicBezTo>
                  <a:pt x="190376" y="673663"/>
                  <a:pt x="142075" y="625362"/>
                  <a:pt x="142075" y="565992"/>
                </a:cubicBezTo>
                <a:cubicBezTo>
                  <a:pt x="142075" y="506623"/>
                  <a:pt x="190376" y="458322"/>
                  <a:pt x="249746" y="458322"/>
                </a:cubicBezTo>
                <a:close/>
                <a:moveTo>
                  <a:pt x="22079" y="873031"/>
                </a:moveTo>
                <a:cubicBezTo>
                  <a:pt x="26422" y="781191"/>
                  <a:pt x="85411" y="700971"/>
                  <a:pt x="172136" y="669615"/>
                </a:cubicBezTo>
                <a:cubicBezTo>
                  <a:pt x="193777" y="685864"/>
                  <a:pt x="220656" y="695513"/>
                  <a:pt x="249746" y="695513"/>
                </a:cubicBezTo>
                <a:cubicBezTo>
                  <a:pt x="278835" y="695513"/>
                  <a:pt x="305714" y="685864"/>
                  <a:pt x="327355" y="669615"/>
                </a:cubicBezTo>
                <a:cubicBezTo>
                  <a:pt x="414071" y="700981"/>
                  <a:pt x="473059" y="781200"/>
                  <a:pt x="477412" y="873031"/>
                </a:cubicBezTo>
                <a:lnTo>
                  <a:pt x="22079" y="873031"/>
                </a:lnTo>
                <a:close/>
                <a:moveTo>
                  <a:pt x="104965" y="419393"/>
                </a:moveTo>
                <a:lnTo>
                  <a:pt x="104965" y="200470"/>
                </a:lnTo>
                <a:cubicBezTo>
                  <a:pt x="104965" y="168657"/>
                  <a:pt x="130845" y="142777"/>
                  <a:pt x="162658" y="142777"/>
                </a:cubicBezTo>
                <a:lnTo>
                  <a:pt x="375228" y="142777"/>
                </a:lnTo>
                <a:lnTo>
                  <a:pt x="353997" y="121546"/>
                </a:lnTo>
                <a:cubicBezTo>
                  <a:pt x="349739" y="117288"/>
                  <a:pt x="349739" y="110373"/>
                  <a:pt x="353997" y="106116"/>
                </a:cubicBezTo>
                <a:cubicBezTo>
                  <a:pt x="358254" y="101858"/>
                  <a:pt x="365169" y="101858"/>
                  <a:pt x="369427" y="106116"/>
                </a:cubicBezTo>
                <a:lnTo>
                  <a:pt x="409289" y="145978"/>
                </a:lnTo>
                <a:cubicBezTo>
                  <a:pt x="409289" y="145978"/>
                  <a:pt x="409356" y="146054"/>
                  <a:pt x="409394" y="146092"/>
                </a:cubicBezTo>
                <a:cubicBezTo>
                  <a:pt x="409604" y="146311"/>
                  <a:pt x="409813" y="146530"/>
                  <a:pt x="410004" y="146768"/>
                </a:cubicBezTo>
                <a:cubicBezTo>
                  <a:pt x="410061" y="146845"/>
                  <a:pt x="410118" y="146921"/>
                  <a:pt x="410175" y="146997"/>
                </a:cubicBezTo>
                <a:cubicBezTo>
                  <a:pt x="410337" y="147207"/>
                  <a:pt x="410499" y="147407"/>
                  <a:pt x="410642" y="147626"/>
                </a:cubicBezTo>
                <a:cubicBezTo>
                  <a:pt x="410689" y="147692"/>
                  <a:pt x="410728" y="147759"/>
                  <a:pt x="410766" y="147835"/>
                </a:cubicBezTo>
                <a:cubicBezTo>
                  <a:pt x="410918" y="148064"/>
                  <a:pt x="411061" y="148302"/>
                  <a:pt x="411194" y="148550"/>
                </a:cubicBezTo>
                <a:cubicBezTo>
                  <a:pt x="411223" y="148597"/>
                  <a:pt x="411242" y="148645"/>
                  <a:pt x="411261" y="148692"/>
                </a:cubicBezTo>
                <a:cubicBezTo>
                  <a:pt x="411404" y="148959"/>
                  <a:pt x="411537" y="149235"/>
                  <a:pt x="411651" y="149521"/>
                </a:cubicBezTo>
                <a:cubicBezTo>
                  <a:pt x="411661" y="149550"/>
                  <a:pt x="411671" y="149578"/>
                  <a:pt x="411680" y="149607"/>
                </a:cubicBezTo>
                <a:cubicBezTo>
                  <a:pt x="411804" y="149902"/>
                  <a:pt x="411909" y="150207"/>
                  <a:pt x="412004" y="150521"/>
                </a:cubicBezTo>
                <a:cubicBezTo>
                  <a:pt x="412013" y="150550"/>
                  <a:pt x="412023" y="150588"/>
                  <a:pt x="412032" y="150616"/>
                </a:cubicBezTo>
                <a:cubicBezTo>
                  <a:pt x="412118" y="150921"/>
                  <a:pt x="412204" y="151236"/>
                  <a:pt x="412271" y="151550"/>
                </a:cubicBezTo>
                <a:cubicBezTo>
                  <a:pt x="412290" y="151636"/>
                  <a:pt x="412290" y="151712"/>
                  <a:pt x="412309" y="151798"/>
                </a:cubicBezTo>
                <a:cubicBezTo>
                  <a:pt x="412356" y="152064"/>
                  <a:pt x="412404" y="152331"/>
                  <a:pt x="412433" y="152607"/>
                </a:cubicBezTo>
                <a:cubicBezTo>
                  <a:pt x="412471" y="152969"/>
                  <a:pt x="412490" y="153331"/>
                  <a:pt x="412490" y="153693"/>
                </a:cubicBezTo>
                <a:cubicBezTo>
                  <a:pt x="412490" y="154055"/>
                  <a:pt x="412471" y="154426"/>
                  <a:pt x="412433" y="154779"/>
                </a:cubicBezTo>
                <a:cubicBezTo>
                  <a:pt x="412404" y="155055"/>
                  <a:pt x="412356" y="155322"/>
                  <a:pt x="412309" y="155579"/>
                </a:cubicBezTo>
                <a:cubicBezTo>
                  <a:pt x="412290" y="155665"/>
                  <a:pt x="412290" y="155750"/>
                  <a:pt x="412271" y="155827"/>
                </a:cubicBezTo>
                <a:cubicBezTo>
                  <a:pt x="412204" y="156141"/>
                  <a:pt x="412128" y="156446"/>
                  <a:pt x="412042" y="156751"/>
                </a:cubicBezTo>
                <a:cubicBezTo>
                  <a:pt x="412032" y="156789"/>
                  <a:pt x="412023" y="156827"/>
                  <a:pt x="412013" y="156855"/>
                </a:cubicBezTo>
                <a:cubicBezTo>
                  <a:pt x="411918" y="157160"/>
                  <a:pt x="411813" y="157455"/>
                  <a:pt x="411690" y="157751"/>
                </a:cubicBezTo>
                <a:cubicBezTo>
                  <a:pt x="411680" y="157789"/>
                  <a:pt x="411661" y="157817"/>
                  <a:pt x="411651" y="157855"/>
                </a:cubicBezTo>
                <a:cubicBezTo>
                  <a:pt x="411537" y="158132"/>
                  <a:pt x="411404" y="158398"/>
                  <a:pt x="411270" y="158665"/>
                </a:cubicBezTo>
                <a:cubicBezTo>
                  <a:pt x="411242" y="158722"/>
                  <a:pt x="411223" y="158770"/>
                  <a:pt x="411194" y="158827"/>
                </a:cubicBezTo>
                <a:cubicBezTo>
                  <a:pt x="411070" y="159065"/>
                  <a:pt x="410928" y="159294"/>
                  <a:pt x="410785" y="159513"/>
                </a:cubicBezTo>
                <a:cubicBezTo>
                  <a:pt x="410737" y="159589"/>
                  <a:pt x="410699" y="159665"/>
                  <a:pt x="410642" y="159741"/>
                </a:cubicBezTo>
                <a:cubicBezTo>
                  <a:pt x="410508" y="159951"/>
                  <a:pt x="410356" y="160141"/>
                  <a:pt x="410204" y="160332"/>
                </a:cubicBezTo>
                <a:cubicBezTo>
                  <a:pt x="410137" y="160418"/>
                  <a:pt x="410080" y="160513"/>
                  <a:pt x="410004" y="160599"/>
                </a:cubicBezTo>
                <a:cubicBezTo>
                  <a:pt x="409813" y="160827"/>
                  <a:pt x="409613" y="161046"/>
                  <a:pt x="409413" y="161256"/>
                </a:cubicBezTo>
                <a:cubicBezTo>
                  <a:pt x="409375" y="161294"/>
                  <a:pt x="409337" y="161342"/>
                  <a:pt x="409299" y="161389"/>
                </a:cubicBezTo>
                <a:lnTo>
                  <a:pt x="369437" y="201251"/>
                </a:lnTo>
                <a:cubicBezTo>
                  <a:pt x="367303" y="203385"/>
                  <a:pt x="364512" y="204452"/>
                  <a:pt x="361721" y="204452"/>
                </a:cubicBezTo>
                <a:cubicBezTo>
                  <a:pt x="358931" y="204452"/>
                  <a:pt x="356140" y="203385"/>
                  <a:pt x="354006" y="201251"/>
                </a:cubicBezTo>
                <a:cubicBezTo>
                  <a:pt x="349748" y="196994"/>
                  <a:pt x="349748" y="190079"/>
                  <a:pt x="354006" y="185821"/>
                </a:cubicBezTo>
                <a:lnTo>
                  <a:pt x="375237" y="164590"/>
                </a:lnTo>
                <a:lnTo>
                  <a:pt x="162668" y="164590"/>
                </a:lnTo>
                <a:cubicBezTo>
                  <a:pt x="142894" y="164590"/>
                  <a:pt x="126797" y="180677"/>
                  <a:pt x="126797" y="200461"/>
                </a:cubicBezTo>
                <a:lnTo>
                  <a:pt x="126797" y="419383"/>
                </a:lnTo>
                <a:cubicBezTo>
                  <a:pt x="126797" y="425413"/>
                  <a:pt x="121910" y="430299"/>
                  <a:pt x="115881" y="430299"/>
                </a:cubicBezTo>
                <a:cubicBezTo>
                  <a:pt x="109852" y="430299"/>
                  <a:pt x="104965" y="425413"/>
                  <a:pt x="104965" y="419383"/>
                </a:cubicBezTo>
                <a:close/>
                <a:moveTo>
                  <a:pt x="201682" y="275365"/>
                </a:moveTo>
                <a:lnTo>
                  <a:pt x="201682" y="335459"/>
                </a:lnTo>
                <a:lnTo>
                  <a:pt x="222914" y="314227"/>
                </a:lnTo>
                <a:cubicBezTo>
                  <a:pt x="227171" y="309970"/>
                  <a:pt x="234086" y="309970"/>
                  <a:pt x="238344" y="314227"/>
                </a:cubicBezTo>
                <a:cubicBezTo>
                  <a:pt x="242602" y="318485"/>
                  <a:pt x="242602" y="325400"/>
                  <a:pt x="238344" y="329658"/>
                </a:cubicBezTo>
                <a:lnTo>
                  <a:pt x="198482" y="369520"/>
                </a:lnTo>
                <a:cubicBezTo>
                  <a:pt x="198482" y="369520"/>
                  <a:pt x="198406" y="369587"/>
                  <a:pt x="198368" y="369625"/>
                </a:cubicBezTo>
                <a:cubicBezTo>
                  <a:pt x="198149" y="369834"/>
                  <a:pt x="197930" y="370044"/>
                  <a:pt x="197691" y="370234"/>
                </a:cubicBezTo>
                <a:cubicBezTo>
                  <a:pt x="197615" y="370292"/>
                  <a:pt x="197539" y="370349"/>
                  <a:pt x="197463" y="370406"/>
                </a:cubicBezTo>
                <a:cubicBezTo>
                  <a:pt x="197253" y="370568"/>
                  <a:pt x="197053" y="370730"/>
                  <a:pt x="196834" y="370873"/>
                </a:cubicBezTo>
                <a:cubicBezTo>
                  <a:pt x="196767" y="370920"/>
                  <a:pt x="196701" y="370958"/>
                  <a:pt x="196625" y="370996"/>
                </a:cubicBezTo>
                <a:cubicBezTo>
                  <a:pt x="196386" y="371149"/>
                  <a:pt x="196158" y="371292"/>
                  <a:pt x="195910" y="371425"/>
                </a:cubicBezTo>
                <a:cubicBezTo>
                  <a:pt x="195863" y="371454"/>
                  <a:pt x="195815" y="371473"/>
                  <a:pt x="195767" y="371492"/>
                </a:cubicBezTo>
                <a:cubicBezTo>
                  <a:pt x="195501" y="371635"/>
                  <a:pt x="195224" y="371768"/>
                  <a:pt x="194939" y="371882"/>
                </a:cubicBezTo>
                <a:cubicBezTo>
                  <a:pt x="194910" y="371892"/>
                  <a:pt x="194882" y="371901"/>
                  <a:pt x="194853" y="371911"/>
                </a:cubicBezTo>
                <a:cubicBezTo>
                  <a:pt x="194558" y="372035"/>
                  <a:pt x="194253" y="372139"/>
                  <a:pt x="193939" y="372235"/>
                </a:cubicBezTo>
                <a:cubicBezTo>
                  <a:pt x="193910" y="372244"/>
                  <a:pt x="193872" y="372254"/>
                  <a:pt x="193843" y="372263"/>
                </a:cubicBezTo>
                <a:cubicBezTo>
                  <a:pt x="193538" y="372349"/>
                  <a:pt x="193224" y="372435"/>
                  <a:pt x="192910" y="372501"/>
                </a:cubicBezTo>
                <a:cubicBezTo>
                  <a:pt x="192824" y="372520"/>
                  <a:pt x="192748" y="372520"/>
                  <a:pt x="192662" y="372539"/>
                </a:cubicBezTo>
                <a:cubicBezTo>
                  <a:pt x="192395" y="372587"/>
                  <a:pt x="192129" y="372635"/>
                  <a:pt x="191853" y="372663"/>
                </a:cubicBezTo>
                <a:cubicBezTo>
                  <a:pt x="191491" y="372701"/>
                  <a:pt x="191129" y="372720"/>
                  <a:pt x="190767" y="372720"/>
                </a:cubicBezTo>
                <a:cubicBezTo>
                  <a:pt x="190405" y="372720"/>
                  <a:pt x="190033" y="372701"/>
                  <a:pt x="189681" y="372663"/>
                </a:cubicBezTo>
                <a:cubicBezTo>
                  <a:pt x="189405" y="372635"/>
                  <a:pt x="189138" y="372587"/>
                  <a:pt x="188881" y="372539"/>
                </a:cubicBezTo>
                <a:cubicBezTo>
                  <a:pt x="188795" y="372520"/>
                  <a:pt x="188709" y="372520"/>
                  <a:pt x="188633" y="372501"/>
                </a:cubicBezTo>
                <a:cubicBezTo>
                  <a:pt x="188319" y="372435"/>
                  <a:pt x="188014" y="372358"/>
                  <a:pt x="187709" y="372273"/>
                </a:cubicBezTo>
                <a:cubicBezTo>
                  <a:pt x="187671" y="372263"/>
                  <a:pt x="187633" y="372254"/>
                  <a:pt x="187604" y="372244"/>
                </a:cubicBezTo>
                <a:cubicBezTo>
                  <a:pt x="187300" y="372149"/>
                  <a:pt x="187004" y="372044"/>
                  <a:pt x="186709" y="371920"/>
                </a:cubicBezTo>
                <a:cubicBezTo>
                  <a:pt x="186671" y="371911"/>
                  <a:pt x="186633" y="371892"/>
                  <a:pt x="186604" y="371882"/>
                </a:cubicBezTo>
                <a:cubicBezTo>
                  <a:pt x="186328" y="371768"/>
                  <a:pt x="186061" y="371635"/>
                  <a:pt x="185795" y="371501"/>
                </a:cubicBezTo>
                <a:cubicBezTo>
                  <a:pt x="185737" y="371473"/>
                  <a:pt x="185690" y="371454"/>
                  <a:pt x="185633" y="371425"/>
                </a:cubicBezTo>
                <a:cubicBezTo>
                  <a:pt x="185395" y="371301"/>
                  <a:pt x="185166" y="371158"/>
                  <a:pt x="184947" y="371015"/>
                </a:cubicBezTo>
                <a:cubicBezTo>
                  <a:pt x="184871" y="370968"/>
                  <a:pt x="184795" y="370930"/>
                  <a:pt x="184718" y="370873"/>
                </a:cubicBezTo>
                <a:cubicBezTo>
                  <a:pt x="184509" y="370739"/>
                  <a:pt x="184318" y="370587"/>
                  <a:pt x="184128" y="370434"/>
                </a:cubicBezTo>
                <a:cubicBezTo>
                  <a:pt x="184042" y="370368"/>
                  <a:pt x="183947" y="370311"/>
                  <a:pt x="183861" y="370234"/>
                </a:cubicBezTo>
                <a:cubicBezTo>
                  <a:pt x="183632" y="370044"/>
                  <a:pt x="183413" y="369844"/>
                  <a:pt x="183204" y="369644"/>
                </a:cubicBezTo>
                <a:cubicBezTo>
                  <a:pt x="183166" y="369606"/>
                  <a:pt x="183118" y="369568"/>
                  <a:pt x="183071" y="369520"/>
                </a:cubicBezTo>
                <a:lnTo>
                  <a:pt x="143208" y="329658"/>
                </a:lnTo>
                <a:cubicBezTo>
                  <a:pt x="138951" y="325400"/>
                  <a:pt x="138951" y="318485"/>
                  <a:pt x="143208" y="314227"/>
                </a:cubicBezTo>
                <a:cubicBezTo>
                  <a:pt x="147466" y="309970"/>
                  <a:pt x="154381" y="309970"/>
                  <a:pt x="158639" y="314227"/>
                </a:cubicBezTo>
                <a:lnTo>
                  <a:pt x="179870" y="335459"/>
                </a:lnTo>
                <a:lnTo>
                  <a:pt x="179870" y="275365"/>
                </a:lnTo>
                <a:cubicBezTo>
                  <a:pt x="179870" y="243552"/>
                  <a:pt x="205750" y="217672"/>
                  <a:pt x="237563" y="217672"/>
                </a:cubicBezTo>
                <a:lnTo>
                  <a:pt x="333889" y="217672"/>
                </a:lnTo>
                <a:cubicBezTo>
                  <a:pt x="339919" y="217672"/>
                  <a:pt x="344805" y="222559"/>
                  <a:pt x="344805" y="228588"/>
                </a:cubicBezTo>
                <a:cubicBezTo>
                  <a:pt x="344805" y="234617"/>
                  <a:pt x="339919" y="239504"/>
                  <a:pt x="333889" y="239504"/>
                </a:cubicBezTo>
                <a:lnTo>
                  <a:pt x="237563" y="239504"/>
                </a:lnTo>
                <a:cubicBezTo>
                  <a:pt x="217789" y="239504"/>
                  <a:pt x="201692" y="255591"/>
                  <a:pt x="201692" y="275375"/>
                </a:cubicBezTo>
                <a:close/>
                <a:moveTo>
                  <a:pt x="789899" y="475457"/>
                </a:moveTo>
                <a:lnTo>
                  <a:pt x="789899" y="694380"/>
                </a:lnTo>
                <a:cubicBezTo>
                  <a:pt x="789899" y="726193"/>
                  <a:pt x="764019" y="752073"/>
                  <a:pt x="732206" y="752073"/>
                </a:cubicBezTo>
                <a:lnTo>
                  <a:pt x="519636" y="752073"/>
                </a:lnTo>
                <a:lnTo>
                  <a:pt x="540868" y="773304"/>
                </a:lnTo>
                <a:cubicBezTo>
                  <a:pt x="545125" y="777562"/>
                  <a:pt x="545125" y="784477"/>
                  <a:pt x="540868" y="788734"/>
                </a:cubicBezTo>
                <a:cubicBezTo>
                  <a:pt x="538734" y="790868"/>
                  <a:pt x="535943" y="791935"/>
                  <a:pt x="533152" y="791935"/>
                </a:cubicBezTo>
                <a:cubicBezTo>
                  <a:pt x="530362" y="791935"/>
                  <a:pt x="527571" y="790868"/>
                  <a:pt x="525437" y="788734"/>
                </a:cubicBezTo>
                <a:lnTo>
                  <a:pt x="485575" y="748872"/>
                </a:lnTo>
                <a:cubicBezTo>
                  <a:pt x="485575" y="748872"/>
                  <a:pt x="485499" y="748786"/>
                  <a:pt x="485461" y="748739"/>
                </a:cubicBezTo>
                <a:cubicBezTo>
                  <a:pt x="485251" y="748529"/>
                  <a:pt x="485051" y="748310"/>
                  <a:pt x="484870" y="748082"/>
                </a:cubicBezTo>
                <a:cubicBezTo>
                  <a:pt x="484803" y="747996"/>
                  <a:pt x="484737" y="747901"/>
                  <a:pt x="484670" y="747815"/>
                </a:cubicBezTo>
                <a:cubicBezTo>
                  <a:pt x="484518" y="747624"/>
                  <a:pt x="484365" y="747424"/>
                  <a:pt x="484232" y="747224"/>
                </a:cubicBezTo>
                <a:cubicBezTo>
                  <a:pt x="484184" y="747148"/>
                  <a:pt x="484137" y="747072"/>
                  <a:pt x="484089" y="746996"/>
                </a:cubicBezTo>
                <a:cubicBezTo>
                  <a:pt x="483946" y="746767"/>
                  <a:pt x="483803" y="746539"/>
                  <a:pt x="483680" y="746310"/>
                </a:cubicBezTo>
                <a:cubicBezTo>
                  <a:pt x="483651" y="746262"/>
                  <a:pt x="483632" y="746205"/>
                  <a:pt x="483603" y="746148"/>
                </a:cubicBezTo>
                <a:cubicBezTo>
                  <a:pt x="483470" y="745881"/>
                  <a:pt x="483337" y="745615"/>
                  <a:pt x="483222" y="745338"/>
                </a:cubicBezTo>
                <a:cubicBezTo>
                  <a:pt x="483203" y="745300"/>
                  <a:pt x="483194" y="745272"/>
                  <a:pt x="483184" y="745234"/>
                </a:cubicBezTo>
                <a:cubicBezTo>
                  <a:pt x="483070" y="744938"/>
                  <a:pt x="482956" y="744643"/>
                  <a:pt x="482860" y="744338"/>
                </a:cubicBezTo>
                <a:cubicBezTo>
                  <a:pt x="482851" y="744300"/>
                  <a:pt x="482841" y="744262"/>
                  <a:pt x="482832" y="744234"/>
                </a:cubicBezTo>
                <a:cubicBezTo>
                  <a:pt x="482746" y="743929"/>
                  <a:pt x="482660" y="743624"/>
                  <a:pt x="482603" y="743310"/>
                </a:cubicBezTo>
                <a:cubicBezTo>
                  <a:pt x="482584" y="743224"/>
                  <a:pt x="482584" y="743138"/>
                  <a:pt x="482565" y="743062"/>
                </a:cubicBezTo>
                <a:cubicBezTo>
                  <a:pt x="482517" y="742795"/>
                  <a:pt x="482470" y="742529"/>
                  <a:pt x="482441" y="742262"/>
                </a:cubicBezTo>
                <a:cubicBezTo>
                  <a:pt x="482403" y="741900"/>
                  <a:pt x="482384" y="741538"/>
                  <a:pt x="482384" y="741176"/>
                </a:cubicBezTo>
                <a:cubicBezTo>
                  <a:pt x="482384" y="740814"/>
                  <a:pt x="482403" y="740443"/>
                  <a:pt x="482441" y="740090"/>
                </a:cubicBezTo>
                <a:cubicBezTo>
                  <a:pt x="482470" y="739814"/>
                  <a:pt x="482517" y="739547"/>
                  <a:pt x="482565" y="739281"/>
                </a:cubicBezTo>
                <a:cubicBezTo>
                  <a:pt x="482584" y="739195"/>
                  <a:pt x="482584" y="739119"/>
                  <a:pt x="482603" y="739033"/>
                </a:cubicBezTo>
                <a:cubicBezTo>
                  <a:pt x="482670" y="738719"/>
                  <a:pt x="482746" y="738404"/>
                  <a:pt x="482841" y="738099"/>
                </a:cubicBezTo>
                <a:cubicBezTo>
                  <a:pt x="482851" y="738071"/>
                  <a:pt x="482860" y="738033"/>
                  <a:pt x="482870" y="738004"/>
                </a:cubicBezTo>
                <a:cubicBezTo>
                  <a:pt x="482965" y="737690"/>
                  <a:pt x="483079" y="737385"/>
                  <a:pt x="483194" y="737090"/>
                </a:cubicBezTo>
                <a:cubicBezTo>
                  <a:pt x="483203" y="737061"/>
                  <a:pt x="483213" y="737033"/>
                  <a:pt x="483222" y="737004"/>
                </a:cubicBezTo>
                <a:cubicBezTo>
                  <a:pt x="483337" y="736718"/>
                  <a:pt x="483470" y="736452"/>
                  <a:pt x="483613" y="736175"/>
                </a:cubicBezTo>
                <a:cubicBezTo>
                  <a:pt x="483641" y="736128"/>
                  <a:pt x="483660" y="736080"/>
                  <a:pt x="483680" y="736033"/>
                </a:cubicBezTo>
                <a:cubicBezTo>
                  <a:pt x="483813" y="735785"/>
                  <a:pt x="483956" y="735556"/>
                  <a:pt x="484108" y="735318"/>
                </a:cubicBezTo>
                <a:cubicBezTo>
                  <a:pt x="484156" y="735251"/>
                  <a:pt x="484184" y="735175"/>
                  <a:pt x="484232" y="735109"/>
                </a:cubicBezTo>
                <a:cubicBezTo>
                  <a:pt x="484375" y="734890"/>
                  <a:pt x="484537" y="734689"/>
                  <a:pt x="484699" y="734480"/>
                </a:cubicBezTo>
                <a:cubicBezTo>
                  <a:pt x="484756" y="734404"/>
                  <a:pt x="484813" y="734328"/>
                  <a:pt x="484870" y="734251"/>
                </a:cubicBezTo>
                <a:cubicBezTo>
                  <a:pt x="485061" y="734013"/>
                  <a:pt x="485270" y="733794"/>
                  <a:pt x="485480" y="733575"/>
                </a:cubicBezTo>
                <a:cubicBezTo>
                  <a:pt x="485518" y="733537"/>
                  <a:pt x="485546" y="733499"/>
                  <a:pt x="485585" y="733461"/>
                </a:cubicBezTo>
                <a:lnTo>
                  <a:pt x="525447" y="693599"/>
                </a:lnTo>
                <a:cubicBezTo>
                  <a:pt x="529704" y="689341"/>
                  <a:pt x="536619" y="689341"/>
                  <a:pt x="540877" y="693599"/>
                </a:cubicBezTo>
                <a:cubicBezTo>
                  <a:pt x="545135" y="697856"/>
                  <a:pt x="545135" y="704771"/>
                  <a:pt x="540877" y="709029"/>
                </a:cubicBezTo>
                <a:lnTo>
                  <a:pt x="519646" y="730260"/>
                </a:lnTo>
                <a:lnTo>
                  <a:pt x="732215" y="730260"/>
                </a:lnTo>
                <a:cubicBezTo>
                  <a:pt x="751989" y="730260"/>
                  <a:pt x="768087" y="714173"/>
                  <a:pt x="768087" y="694389"/>
                </a:cubicBezTo>
                <a:lnTo>
                  <a:pt x="768087" y="475467"/>
                </a:lnTo>
                <a:cubicBezTo>
                  <a:pt x="768087" y="469437"/>
                  <a:pt x="772973" y="464551"/>
                  <a:pt x="779002" y="464551"/>
                </a:cubicBezTo>
                <a:cubicBezTo>
                  <a:pt x="785031" y="464551"/>
                  <a:pt x="789918" y="469437"/>
                  <a:pt x="789918" y="475467"/>
                </a:cubicBezTo>
                <a:close/>
                <a:moveTo>
                  <a:pt x="693182" y="619485"/>
                </a:moveTo>
                <a:lnTo>
                  <a:pt x="693182" y="559391"/>
                </a:lnTo>
                <a:lnTo>
                  <a:pt x="671951" y="580623"/>
                </a:lnTo>
                <a:cubicBezTo>
                  <a:pt x="669817" y="582756"/>
                  <a:pt x="667026" y="583823"/>
                  <a:pt x="664235" y="583823"/>
                </a:cubicBezTo>
                <a:cubicBezTo>
                  <a:pt x="661445" y="583823"/>
                  <a:pt x="658654" y="582756"/>
                  <a:pt x="656520" y="580623"/>
                </a:cubicBezTo>
                <a:cubicBezTo>
                  <a:pt x="652262" y="576365"/>
                  <a:pt x="652262" y="569450"/>
                  <a:pt x="656520" y="565192"/>
                </a:cubicBezTo>
                <a:lnTo>
                  <a:pt x="696382" y="525330"/>
                </a:lnTo>
                <a:cubicBezTo>
                  <a:pt x="696382" y="525330"/>
                  <a:pt x="696468" y="525254"/>
                  <a:pt x="696516" y="525206"/>
                </a:cubicBezTo>
                <a:cubicBezTo>
                  <a:pt x="696725" y="524997"/>
                  <a:pt x="696944" y="524797"/>
                  <a:pt x="697173" y="524616"/>
                </a:cubicBezTo>
                <a:cubicBezTo>
                  <a:pt x="697259" y="524549"/>
                  <a:pt x="697354" y="524482"/>
                  <a:pt x="697440" y="524416"/>
                </a:cubicBezTo>
                <a:cubicBezTo>
                  <a:pt x="697630" y="524263"/>
                  <a:pt x="697830" y="524111"/>
                  <a:pt x="698030" y="523977"/>
                </a:cubicBezTo>
                <a:cubicBezTo>
                  <a:pt x="698106" y="523930"/>
                  <a:pt x="698182" y="523882"/>
                  <a:pt x="698259" y="523835"/>
                </a:cubicBezTo>
                <a:cubicBezTo>
                  <a:pt x="698487" y="523692"/>
                  <a:pt x="698716" y="523549"/>
                  <a:pt x="698945" y="523425"/>
                </a:cubicBezTo>
                <a:cubicBezTo>
                  <a:pt x="698992" y="523396"/>
                  <a:pt x="699049" y="523377"/>
                  <a:pt x="699106" y="523349"/>
                </a:cubicBezTo>
                <a:cubicBezTo>
                  <a:pt x="699373" y="523215"/>
                  <a:pt x="699640" y="523082"/>
                  <a:pt x="699916" y="522968"/>
                </a:cubicBezTo>
                <a:cubicBezTo>
                  <a:pt x="699954" y="522949"/>
                  <a:pt x="699983" y="522939"/>
                  <a:pt x="700021" y="522930"/>
                </a:cubicBezTo>
                <a:cubicBezTo>
                  <a:pt x="700316" y="522815"/>
                  <a:pt x="700611" y="522701"/>
                  <a:pt x="700916" y="522606"/>
                </a:cubicBezTo>
                <a:cubicBezTo>
                  <a:pt x="700954" y="522596"/>
                  <a:pt x="700992" y="522587"/>
                  <a:pt x="701021" y="522577"/>
                </a:cubicBezTo>
                <a:cubicBezTo>
                  <a:pt x="701326" y="522492"/>
                  <a:pt x="701631" y="522406"/>
                  <a:pt x="701945" y="522349"/>
                </a:cubicBezTo>
                <a:cubicBezTo>
                  <a:pt x="702031" y="522330"/>
                  <a:pt x="702116" y="522330"/>
                  <a:pt x="702193" y="522311"/>
                </a:cubicBezTo>
                <a:cubicBezTo>
                  <a:pt x="702459" y="522263"/>
                  <a:pt x="702726" y="522215"/>
                  <a:pt x="702993" y="522187"/>
                </a:cubicBezTo>
                <a:cubicBezTo>
                  <a:pt x="703355" y="522149"/>
                  <a:pt x="703717" y="522130"/>
                  <a:pt x="704079" y="522130"/>
                </a:cubicBezTo>
                <a:cubicBezTo>
                  <a:pt x="704440" y="522130"/>
                  <a:pt x="704812" y="522149"/>
                  <a:pt x="705164" y="522187"/>
                </a:cubicBezTo>
                <a:cubicBezTo>
                  <a:pt x="705441" y="522215"/>
                  <a:pt x="705707" y="522263"/>
                  <a:pt x="705974" y="522311"/>
                </a:cubicBezTo>
                <a:cubicBezTo>
                  <a:pt x="706060" y="522330"/>
                  <a:pt x="706136" y="522330"/>
                  <a:pt x="706222" y="522349"/>
                </a:cubicBezTo>
                <a:cubicBezTo>
                  <a:pt x="706536" y="522415"/>
                  <a:pt x="706850" y="522492"/>
                  <a:pt x="707155" y="522587"/>
                </a:cubicBezTo>
                <a:cubicBezTo>
                  <a:pt x="707184" y="522587"/>
                  <a:pt x="707222" y="522606"/>
                  <a:pt x="707250" y="522615"/>
                </a:cubicBezTo>
                <a:cubicBezTo>
                  <a:pt x="707565" y="522711"/>
                  <a:pt x="707869" y="522825"/>
                  <a:pt x="708165" y="522939"/>
                </a:cubicBezTo>
                <a:cubicBezTo>
                  <a:pt x="708193" y="522949"/>
                  <a:pt x="708222" y="522958"/>
                  <a:pt x="708250" y="522968"/>
                </a:cubicBezTo>
                <a:cubicBezTo>
                  <a:pt x="708536" y="523082"/>
                  <a:pt x="708803" y="523215"/>
                  <a:pt x="709079" y="523358"/>
                </a:cubicBezTo>
                <a:cubicBezTo>
                  <a:pt x="709127" y="523387"/>
                  <a:pt x="709174" y="523406"/>
                  <a:pt x="709222" y="523425"/>
                </a:cubicBezTo>
                <a:cubicBezTo>
                  <a:pt x="709470" y="523558"/>
                  <a:pt x="709698" y="523701"/>
                  <a:pt x="709936" y="523854"/>
                </a:cubicBezTo>
                <a:cubicBezTo>
                  <a:pt x="710003" y="523901"/>
                  <a:pt x="710079" y="523930"/>
                  <a:pt x="710146" y="523977"/>
                </a:cubicBezTo>
                <a:cubicBezTo>
                  <a:pt x="710365" y="524120"/>
                  <a:pt x="710565" y="524282"/>
                  <a:pt x="710775" y="524444"/>
                </a:cubicBezTo>
                <a:cubicBezTo>
                  <a:pt x="710851" y="524501"/>
                  <a:pt x="710927" y="524558"/>
                  <a:pt x="711003" y="524616"/>
                </a:cubicBezTo>
                <a:cubicBezTo>
                  <a:pt x="711241" y="524806"/>
                  <a:pt x="711460" y="525016"/>
                  <a:pt x="711679" y="525225"/>
                </a:cubicBezTo>
                <a:cubicBezTo>
                  <a:pt x="711718" y="525263"/>
                  <a:pt x="711756" y="525292"/>
                  <a:pt x="711794" y="525330"/>
                </a:cubicBezTo>
                <a:lnTo>
                  <a:pt x="751656" y="565192"/>
                </a:lnTo>
                <a:cubicBezTo>
                  <a:pt x="755914" y="569450"/>
                  <a:pt x="755914" y="576365"/>
                  <a:pt x="751656" y="580623"/>
                </a:cubicBezTo>
                <a:cubicBezTo>
                  <a:pt x="747389" y="584880"/>
                  <a:pt x="740483" y="584880"/>
                  <a:pt x="736225" y="580623"/>
                </a:cubicBezTo>
                <a:lnTo>
                  <a:pt x="714994" y="559391"/>
                </a:lnTo>
                <a:lnTo>
                  <a:pt x="714994" y="619485"/>
                </a:lnTo>
                <a:cubicBezTo>
                  <a:pt x="714994" y="651298"/>
                  <a:pt x="689115" y="677178"/>
                  <a:pt x="657301" y="677178"/>
                </a:cubicBezTo>
                <a:lnTo>
                  <a:pt x="560975" y="677178"/>
                </a:lnTo>
                <a:cubicBezTo>
                  <a:pt x="554946" y="677178"/>
                  <a:pt x="550059" y="672291"/>
                  <a:pt x="550059" y="666262"/>
                </a:cubicBezTo>
                <a:cubicBezTo>
                  <a:pt x="550059" y="660233"/>
                  <a:pt x="554946" y="655346"/>
                  <a:pt x="560975" y="655346"/>
                </a:cubicBezTo>
                <a:lnTo>
                  <a:pt x="657301" y="655346"/>
                </a:lnTo>
                <a:cubicBezTo>
                  <a:pt x="677075" y="655346"/>
                  <a:pt x="693172" y="639258"/>
                  <a:pt x="693172" y="61947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defTabSz="609585"/>
            <a:endParaRPr lang="en-GB" sz="2400">
              <a:solidFill>
                <a:srgbClr val="404040"/>
              </a:solidFill>
              <a:latin typeface="Poppin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0A2D01-F1C9-6CA5-3A1B-DCDA84B2AA3E}"/>
              </a:ext>
            </a:extLst>
          </p:cNvPr>
          <p:cNvGrpSpPr/>
          <p:nvPr/>
        </p:nvGrpSpPr>
        <p:grpSpPr>
          <a:xfrm>
            <a:off x="480908" y="1894406"/>
            <a:ext cx="11230185" cy="3135441"/>
            <a:chOff x="360680" y="1420804"/>
            <a:chExt cx="8422639" cy="235158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2541CB-D880-08A1-3B63-D55839153411}"/>
                </a:ext>
              </a:extLst>
            </p:cNvPr>
            <p:cNvGrpSpPr/>
            <p:nvPr/>
          </p:nvGrpSpPr>
          <p:grpSpPr>
            <a:xfrm>
              <a:off x="3779591" y="1572820"/>
              <a:ext cx="1581962" cy="1581962"/>
              <a:chOff x="3784306" y="1012569"/>
              <a:chExt cx="1380067" cy="1380067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1A05B124-9700-DCA8-9C2D-F232451A32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84306" y="1012569"/>
                <a:ext cx="1380067" cy="1380067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noFill/>
                <a:prstDash val="sysDot"/>
                <a:round/>
                <a:headEnd type="none" w="med" len="med"/>
                <a:tailEnd type="none" w="med" len="med"/>
              </a:ln>
              <a:effectLst>
                <a:outerShdw blurRad="50800" dist="25400" dir="5100000" algn="tl" rotWithShape="0">
                  <a:prstClr val="black">
                    <a:alpha val="19000"/>
                  </a:prstClr>
                </a:outerShdw>
              </a:effec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en-US" sz="1200" kern="0">
                  <a:solidFill>
                    <a:srgbClr val="000000"/>
                  </a:solidFill>
                  <a:latin typeface="Poppins"/>
                  <a:ea typeface="STKaiti"/>
                  <a:cs typeface="Calibri Light" panose="020F0302020204030204" pitchFamily="34" charset="0"/>
                </a:endParaRPr>
              </a:p>
            </p:txBody>
          </p:sp>
          <p:pic>
            <p:nvPicPr>
              <p:cNvPr id="8" name="Picture 2" descr="Aberdeen Advisors LLC logo">
                <a:extLst>
                  <a:ext uri="{FF2B5EF4-FFF2-40B4-BE49-F238E27FC236}">
                    <a16:creationId xmlns:a16="http://schemas.microsoft.com/office/drawing/2014/main" id="{BB851C37-F3FD-4EF9-C004-0F6DE9103F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1739" y="1220002"/>
                <a:ext cx="965200" cy="96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27A62394-954B-3280-7AD4-DEE7788A264C}"/>
                </a:ext>
              </a:extLst>
            </p:cNvPr>
            <p:cNvSpPr>
              <a:spLocks/>
            </p:cNvSpPr>
            <p:nvPr/>
          </p:nvSpPr>
          <p:spPr>
            <a:xfrm>
              <a:off x="360680" y="1420804"/>
              <a:ext cx="3034033" cy="1885995"/>
            </a:xfrm>
            <a:prstGeom prst="roundRect">
              <a:avLst>
                <a:gd name="adj" fmla="val 99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GB" sz="1867">
                <a:solidFill>
                  <a:srgbClr val="09375F"/>
                </a:solidFill>
                <a:latin typeface="Poppins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A1288CC-3B26-E960-BE4E-0A9849AA85C1}"/>
                </a:ext>
              </a:extLst>
            </p:cNvPr>
            <p:cNvSpPr>
              <a:spLocks/>
            </p:cNvSpPr>
            <p:nvPr/>
          </p:nvSpPr>
          <p:spPr>
            <a:xfrm>
              <a:off x="5749286" y="1420804"/>
              <a:ext cx="3034033" cy="1885995"/>
            </a:xfrm>
            <a:prstGeom prst="roundRect">
              <a:avLst>
                <a:gd name="adj" fmla="val 99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80990" indent="-380990" algn="ctr" defTabSz="609585"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endParaRPr lang="en-GB" sz="1867">
                <a:solidFill>
                  <a:srgbClr val="09375F"/>
                </a:solidFill>
                <a:latin typeface="Poppin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7B5B86E-D46A-5BE3-7D5E-053FA31896E8}"/>
                </a:ext>
              </a:extLst>
            </p:cNvPr>
            <p:cNvGrpSpPr/>
            <p:nvPr/>
          </p:nvGrpSpPr>
          <p:grpSpPr>
            <a:xfrm>
              <a:off x="5808342" y="1446353"/>
              <a:ext cx="1280160" cy="276678"/>
              <a:chOff x="274319" y="2153610"/>
              <a:chExt cx="1280160" cy="27667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42DE51-40FF-62BF-E7B1-B67100CC1585}"/>
                  </a:ext>
                </a:extLst>
              </p:cNvPr>
              <p:cNvSpPr txBox="1"/>
              <p:nvPr/>
            </p:nvSpPr>
            <p:spPr>
              <a:xfrm>
                <a:off x="274319" y="2153610"/>
                <a:ext cx="843260" cy="276678"/>
              </a:xfrm>
              <a:prstGeom prst="rect">
                <a:avLst/>
              </a:prstGeom>
              <a:noFill/>
            </p:spPr>
            <p:txBody>
              <a:bodyPr wrap="none" lIns="0" tIns="60748" rIns="60960" bIns="60748" rtlCol="0" anchor="b">
                <a:spAutoFit/>
              </a:bodyPr>
              <a:lstStyle/>
              <a:p>
                <a:pPr defTabSz="609585"/>
                <a:r>
                  <a:rPr lang="en-US" sz="1600" b="1">
                    <a:solidFill>
                      <a:srgbClr val="09375F"/>
                    </a:solidFill>
                    <a:latin typeface="Poppins"/>
                  </a:rPr>
                  <a:t>Industries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9CC945A-2FF9-29A4-01E9-A2D5755D9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19" y="2430288"/>
                <a:ext cx="1280160" cy="0"/>
              </a:xfrm>
              <a:prstGeom prst="line">
                <a:avLst/>
              </a:prstGeom>
              <a:ln w="952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80073B-7FDE-0900-A5AB-7A321AA3E1F5}"/>
                </a:ext>
              </a:extLst>
            </p:cNvPr>
            <p:cNvSpPr txBox="1"/>
            <p:nvPr/>
          </p:nvSpPr>
          <p:spPr>
            <a:xfrm>
              <a:off x="5808341" y="1849263"/>
              <a:ext cx="2974977" cy="1923122"/>
            </a:xfrm>
            <a:prstGeom prst="rect">
              <a:avLst/>
            </a:prstGeom>
            <a:noFill/>
          </p:spPr>
          <p:txBody>
            <a:bodyPr wrap="square" lIns="0" tIns="0" rIns="0" bIns="0" numCol="2" rtlCol="0">
              <a:spAutoFit/>
            </a:bodyPr>
            <a:lstStyle/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Construction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Consumer Products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Education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Financial Services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 b="1">
                  <a:solidFill>
                    <a:srgbClr val="03CBFF"/>
                  </a:solidFill>
                  <a:latin typeface="Poppins"/>
                </a:rPr>
                <a:t>Healthcare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Infrastructure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Life Sciences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Manufacturing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Private Equity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Public Sector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Real Estate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Retail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Technology</a:t>
              </a:r>
            </a:p>
            <a:p>
              <a:pPr marL="228594" indent="-154513" defTabSz="609585"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333">
                  <a:solidFill>
                    <a:srgbClr val="404040"/>
                  </a:solidFill>
                  <a:latin typeface="Poppins"/>
                </a:rPr>
                <a:t>Transportation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9F6341-71B4-4048-F026-53D92BF938E7}"/>
                </a:ext>
              </a:extLst>
            </p:cNvPr>
            <p:cNvGrpSpPr/>
            <p:nvPr/>
          </p:nvGrpSpPr>
          <p:grpSpPr>
            <a:xfrm>
              <a:off x="422895" y="1446353"/>
              <a:ext cx="1399634" cy="276678"/>
              <a:chOff x="274319" y="2153610"/>
              <a:chExt cx="1280160" cy="27667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CE3D99-B974-B8F1-C262-E16A11DB78B6}"/>
                  </a:ext>
                </a:extLst>
              </p:cNvPr>
              <p:cNvSpPr txBox="1"/>
              <p:nvPr/>
            </p:nvSpPr>
            <p:spPr>
              <a:xfrm>
                <a:off x="274319" y="2153610"/>
                <a:ext cx="1003160" cy="276678"/>
              </a:xfrm>
              <a:prstGeom prst="rect">
                <a:avLst/>
              </a:prstGeom>
              <a:noFill/>
            </p:spPr>
            <p:txBody>
              <a:bodyPr wrap="none" lIns="0" tIns="60748" rIns="60960" bIns="60748" rtlCol="0" anchor="b">
                <a:noAutofit/>
              </a:bodyPr>
              <a:lstStyle/>
              <a:p>
                <a:pPr defTabSz="609585"/>
                <a:r>
                  <a:rPr lang="en-US" sz="1600" b="1">
                    <a:solidFill>
                      <a:srgbClr val="09375F"/>
                    </a:solidFill>
                    <a:latin typeface="Poppins"/>
                  </a:rPr>
                  <a:t>Capabilities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A1FD538-1BE4-3FD2-21C1-4EA07C04F9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19" y="2430288"/>
                <a:ext cx="1280160" cy="0"/>
              </a:xfrm>
              <a:prstGeom prst="line">
                <a:avLst/>
              </a:prstGeom>
              <a:ln w="952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27DA33-8AED-F0DB-C2FF-809E11AEA52D}"/>
                </a:ext>
              </a:extLst>
            </p:cNvPr>
            <p:cNvSpPr txBox="1"/>
            <p:nvPr/>
          </p:nvSpPr>
          <p:spPr>
            <a:xfrm>
              <a:off x="422895" y="1849263"/>
              <a:ext cx="2965828" cy="13847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43411" indent="-162980" defTabSz="609585">
                <a:spcBef>
                  <a:spcPts val="800"/>
                </a:spcBef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 b="1">
                  <a:solidFill>
                    <a:srgbClr val="03CBFF"/>
                  </a:solidFill>
                  <a:latin typeface="Poppins"/>
                </a:rPr>
                <a:t>Strategy &amp; Transformation</a:t>
              </a:r>
            </a:p>
            <a:p>
              <a:pPr marL="243411" indent="-162980" defTabSz="609585">
                <a:spcBef>
                  <a:spcPts val="800"/>
                </a:spcBef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>
                  <a:solidFill>
                    <a:srgbClr val="404040"/>
                  </a:solidFill>
                  <a:latin typeface="Poppins"/>
                </a:rPr>
                <a:t>Deal Enablement &amp; Growth</a:t>
              </a:r>
            </a:p>
            <a:p>
              <a:pPr marL="243411" indent="-162980" defTabSz="609585">
                <a:spcBef>
                  <a:spcPts val="800"/>
                </a:spcBef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 b="1">
                  <a:solidFill>
                    <a:srgbClr val="03CBFF"/>
                  </a:solidFill>
                  <a:latin typeface="Poppins"/>
                </a:rPr>
                <a:t>Organizational &amp; Operational Efficiency</a:t>
              </a:r>
            </a:p>
            <a:p>
              <a:pPr marL="243411" indent="-162980" defTabSz="609585">
                <a:spcBef>
                  <a:spcPts val="800"/>
                </a:spcBef>
                <a:spcAft>
                  <a:spcPts val="400"/>
                </a:spcAft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>
                  <a:solidFill>
                    <a:srgbClr val="404040"/>
                  </a:solidFill>
                  <a:latin typeface="Poppins"/>
                </a:rPr>
                <a:t>Financial Transparency</a:t>
              </a:r>
            </a:p>
            <a:p>
              <a:pPr marL="243411" indent="-162980" defTabSz="609585">
                <a:spcBef>
                  <a:spcPts val="800"/>
                </a:spcBef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 b="1">
                  <a:solidFill>
                    <a:srgbClr val="03CBFF"/>
                  </a:solidFill>
                  <a:latin typeface="Poppins"/>
                </a:rPr>
                <a:t>Platform Implementation &amp; Modernization</a:t>
              </a:r>
            </a:p>
            <a:p>
              <a:pPr marL="243411" indent="-162980" defTabSz="609585">
                <a:spcBef>
                  <a:spcPts val="800"/>
                </a:spcBef>
                <a:buClr>
                  <a:srgbClr val="404040">
                    <a:lumMod val="50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GB" sz="1333" b="1">
                  <a:solidFill>
                    <a:srgbClr val="03CBFF"/>
                  </a:solidFill>
                  <a:latin typeface="Poppins"/>
                </a:rPr>
                <a:t>Product &amp; Application Services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78ADB9-E8D7-6994-AE6C-51D2E74C5284}"/>
                </a:ext>
              </a:extLst>
            </p:cNvPr>
            <p:cNvCxnSpPr>
              <a:cxnSpLocks/>
              <a:stCxn id="86" idx="6"/>
            </p:cNvCxnSpPr>
            <p:nvPr/>
          </p:nvCxnSpPr>
          <p:spPr>
            <a:xfrm>
              <a:off x="5361553" y="2363801"/>
              <a:ext cx="39687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6AD46A5-A369-E174-A772-C42937D9CA30}"/>
                </a:ext>
              </a:extLst>
            </p:cNvPr>
            <p:cNvCxnSpPr>
              <a:cxnSpLocks/>
              <a:stCxn id="86" idx="2"/>
              <a:endCxn id="89" idx="3"/>
            </p:cNvCxnSpPr>
            <p:nvPr/>
          </p:nvCxnSpPr>
          <p:spPr>
            <a:xfrm flipH="1">
              <a:off x="3394713" y="2363801"/>
              <a:ext cx="384878" cy="1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79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7EB7-202E-5B4F-D62F-32759986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9DD273C-25F1-A411-207A-F703C82D20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DD273C-25F1-A411-207A-F703C82D2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3EB4B39B-188E-E9B2-8666-158E7C49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81000"/>
            <a:ext cx="11470641" cy="510784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Aberdeen’s Focus Is The Intersection Of Business, Tech </a:t>
            </a:r>
            <a:br>
              <a:rPr lang="en-US"/>
            </a:br>
            <a:r>
              <a:rPr lang="en-US"/>
              <a:t>&amp; Operations With Healthcare As A Primary Industry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2DA504-B4EA-8255-D3DA-5B9FD0532319}"/>
              </a:ext>
            </a:extLst>
          </p:cNvPr>
          <p:cNvSpPr>
            <a:spLocks/>
          </p:cNvSpPr>
          <p:nvPr/>
        </p:nvSpPr>
        <p:spPr>
          <a:xfrm>
            <a:off x="365759" y="1599894"/>
            <a:ext cx="5657768" cy="442117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Our team of strategy and technology experts…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DC5B05-3D2C-2592-EBDE-4D82A8A06089}"/>
              </a:ext>
            </a:extLst>
          </p:cNvPr>
          <p:cNvSpPr>
            <a:spLocks/>
          </p:cNvSpPr>
          <p:nvPr/>
        </p:nvSpPr>
        <p:spPr>
          <a:xfrm>
            <a:off x="6178632" y="1599894"/>
            <a:ext cx="5657768" cy="44211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…provides services from strategy to implementation to all industries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81D51B-66A6-3517-7D75-0D39CD0C1E12}"/>
              </a:ext>
            </a:extLst>
          </p:cNvPr>
          <p:cNvSpPr>
            <a:spLocks/>
          </p:cNvSpPr>
          <p:nvPr/>
        </p:nvSpPr>
        <p:spPr>
          <a:xfrm>
            <a:off x="365759" y="2049632"/>
            <a:ext cx="5657768" cy="229376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15" tIns="60748" rIns="120015" bIns="60748" rtlCol="0" anchor="t"/>
          <a:lstStyle/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r>
              <a:rPr lang="en-US" sz="1067">
                <a:solidFill>
                  <a:srgbClr val="404040"/>
                </a:solidFill>
                <a:latin typeface="Poppins"/>
                <a:cs typeface="Poppins" pitchFamily="2" charset="77"/>
              </a:rPr>
              <a:t>Significant growth year over year</a:t>
            </a: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  <a:p>
            <a:pPr marL="158747" indent="-158747" defTabSz="914377">
              <a:spcBef>
                <a:spcPts val="1333"/>
              </a:spcBef>
              <a:buFont typeface="Arial" panose="020B0604020202020204" pitchFamily="34" charset="0"/>
              <a:buChar char="•"/>
              <a:defRPr/>
            </a:pPr>
            <a:r>
              <a:rPr lang="en-US" sz="1067">
                <a:solidFill>
                  <a:srgbClr val="404040"/>
                </a:solidFill>
                <a:latin typeface="Poppins"/>
                <a:cs typeface="Poppins" pitchFamily="2" charset="77"/>
              </a:rPr>
              <a:t>Top 20 fastest growing tech services company in US (Inc. 5000)</a:t>
            </a: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r>
              <a:rPr lang="en-US" sz="1067">
                <a:solidFill>
                  <a:srgbClr val="404040"/>
                </a:solidFill>
                <a:latin typeface="Poppins"/>
                <a:cs typeface="Poppins" pitchFamily="2" charset="77"/>
              </a:rPr>
              <a:t>Virtual-first workforce, headquartered in Chicago with offshore development &amp; engineering capabilities in Hyderabad, India</a:t>
            </a:r>
          </a:p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r>
              <a:rPr lang="en-US" sz="1067">
                <a:solidFill>
                  <a:srgbClr val="404040"/>
                </a:solidFill>
                <a:latin typeface="Poppins"/>
                <a:cs typeface="Poppins" pitchFamily="2" charset="77"/>
              </a:rPr>
              <a:t>Majority of our consultants have backgrounds from Deloitte, BCG, Accenture, SAP, and sophisticated industry operators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2AD2D9-AC7C-AAEB-C115-39321F9E46F7}"/>
              </a:ext>
            </a:extLst>
          </p:cNvPr>
          <p:cNvSpPr>
            <a:spLocks/>
          </p:cNvSpPr>
          <p:nvPr/>
        </p:nvSpPr>
        <p:spPr>
          <a:xfrm>
            <a:off x="365760" y="4445000"/>
            <a:ext cx="11470641" cy="44211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…a</a:t>
            </a:r>
            <a:r>
              <a:rPr lang="en-US" sz="1200" b="1" err="1">
                <a:solidFill>
                  <a:srgbClr val="FFFFFF"/>
                </a:solidFill>
                <a:latin typeface="Poppins"/>
              </a:rPr>
              <a:t>dvising</a:t>
            </a:r>
            <a:r>
              <a:rPr lang="en-US" sz="1200" b="1">
                <a:solidFill>
                  <a:srgbClr val="FFFFFF"/>
                </a:solidFill>
                <a:latin typeface="Poppins"/>
              </a:rPr>
              <a:t> a diverse set of Fortune 500 clients, PE firms and leading companies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27C5C1-F101-ED4E-C691-9CC9B38AABB1}"/>
              </a:ext>
            </a:extLst>
          </p:cNvPr>
          <p:cNvSpPr>
            <a:spLocks/>
          </p:cNvSpPr>
          <p:nvPr/>
        </p:nvSpPr>
        <p:spPr>
          <a:xfrm>
            <a:off x="365760" y="4851401"/>
            <a:ext cx="11470641" cy="142239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15" tIns="60748" rIns="120015" bIns="60748" rtlCol="0" anchor="t"/>
          <a:lstStyle/>
          <a:p>
            <a:pPr defTabSz="914377">
              <a:defRPr/>
            </a:pPr>
            <a:endParaRPr lang="en-US" sz="1200">
              <a:solidFill>
                <a:srgbClr val="404040"/>
              </a:solidFill>
              <a:latin typeface="Poppins"/>
              <a:cs typeface="Poppins" pitchFamily="2" charset="77"/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70AD4EA-CFD7-835D-722B-2030300BC692}"/>
              </a:ext>
            </a:extLst>
          </p:cNvPr>
          <p:cNvCxnSpPr/>
          <p:nvPr/>
        </p:nvCxnSpPr>
        <p:spPr>
          <a:xfrm>
            <a:off x="1552373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D300179-33E4-77AA-7434-D3FF4BA1EA01}"/>
              </a:ext>
            </a:extLst>
          </p:cNvPr>
          <p:cNvCxnSpPr/>
          <p:nvPr/>
        </p:nvCxnSpPr>
        <p:spPr>
          <a:xfrm>
            <a:off x="2646697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7CB2D27-6734-54F3-0B0D-AC286F0F2121}"/>
              </a:ext>
            </a:extLst>
          </p:cNvPr>
          <p:cNvCxnSpPr/>
          <p:nvPr/>
        </p:nvCxnSpPr>
        <p:spPr>
          <a:xfrm>
            <a:off x="3783467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BC5176A-109A-C85C-CB34-C9D5B729F73A}"/>
              </a:ext>
            </a:extLst>
          </p:cNvPr>
          <p:cNvCxnSpPr/>
          <p:nvPr/>
        </p:nvCxnSpPr>
        <p:spPr>
          <a:xfrm>
            <a:off x="4927232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2EA4C58-09CB-24E6-3636-8765C46A43E2}"/>
              </a:ext>
            </a:extLst>
          </p:cNvPr>
          <p:cNvCxnSpPr/>
          <p:nvPr/>
        </p:nvCxnSpPr>
        <p:spPr>
          <a:xfrm>
            <a:off x="6060760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66541B7-00E0-5FC6-BA0A-A6098B8690C8}"/>
              </a:ext>
            </a:extLst>
          </p:cNvPr>
          <p:cNvCxnSpPr/>
          <p:nvPr/>
        </p:nvCxnSpPr>
        <p:spPr>
          <a:xfrm>
            <a:off x="7207764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A67CEFC-34B6-5744-0085-833FA93D8027}"/>
              </a:ext>
            </a:extLst>
          </p:cNvPr>
          <p:cNvCxnSpPr/>
          <p:nvPr/>
        </p:nvCxnSpPr>
        <p:spPr>
          <a:xfrm>
            <a:off x="8348031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D50A6E7-4BB3-54F3-5165-38830B4F7F41}"/>
              </a:ext>
            </a:extLst>
          </p:cNvPr>
          <p:cNvCxnSpPr/>
          <p:nvPr/>
        </p:nvCxnSpPr>
        <p:spPr>
          <a:xfrm>
            <a:off x="9488297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EE1B5D1-256E-85C0-96F6-0C58D277E2B7}"/>
              </a:ext>
            </a:extLst>
          </p:cNvPr>
          <p:cNvCxnSpPr/>
          <p:nvPr/>
        </p:nvCxnSpPr>
        <p:spPr>
          <a:xfrm>
            <a:off x="10625065" y="5192357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2B9B474-3658-470E-6133-533857448395}"/>
              </a:ext>
            </a:extLst>
          </p:cNvPr>
          <p:cNvCxnSpPr/>
          <p:nvPr/>
        </p:nvCxnSpPr>
        <p:spPr>
          <a:xfrm>
            <a:off x="1552373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E4B4620-5F13-C43A-EC75-114EC2DEA2CC}"/>
              </a:ext>
            </a:extLst>
          </p:cNvPr>
          <p:cNvCxnSpPr/>
          <p:nvPr/>
        </p:nvCxnSpPr>
        <p:spPr>
          <a:xfrm>
            <a:off x="2646697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19E26A76-3D28-978A-18BF-7B9D1BC8538D}"/>
              </a:ext>
            </a:extLst>
          </p:cNvPr>
          <p:cNvCxnSpPr/>
          <p:nvPr/>
        </p:nvCxnSpPr>
        <p:spPr>
          <a:xfrm>
            <a:off x="3783467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D82A8E38-EEDF-492F-9175-BA1B69B9A3AE}"/>
              </a:ext>
            </a:extLst>
          </p:cNvPr>
          <p:cNvCxnSpPr/>
          <p:nvPr/>
        </p:nvCxnSpPr>
        <p:spPr>
          <a:xfrm>
            <a:off x="4927232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AA839E47-3701-6154-7A97-27FE17B44122}"/>
              </a:ext>
            </a:extLst>
          </p:cNvPr>
          <p:cNvCxnSpPr/>
          <p:nvPr/>
        </p:nvCxnSpPr>
        <p:spPr>
          <a:xfrm>
            <a:off x="6060760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B9E9030-AEDD-359A-C2BF-96D06DBCD63E}"/>
              </a:ext>
            </a:extLst>
          </p:cNvPr>
          <p:cNvCxnSpPr/>
          <p:nvPr/>
        </p:nvCxnSpPr>
        <p:spPr>
          <a:xfrm>
            <a:off x="7207764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0ACAB364-6CD3-1C3A-A8BA-C4EDD681F35F}"/>
              </a:ext>
            </a:extLst>
          </p:cNvPr>
          <p:cNvCxnSpPr/>
          <p:nvPr/>
        </p:nvCxnSpPr>
        <p:spPr>
          <a:xfrm>
            <a:off x="8348031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75E7E8D3-F204-8142-C95A-6899C19CEAF1}"/>
              </a:ext>
            </a:extLst>
          </p:cNvPr>
          <p:cNvCxnSpPr/>
          <p:nvPr/>
        </p:nvCxnSpPr>
        <p:spPr>
          <a:xfrm>
            <a:off x="9488297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4645542E-A866-BA17-1495-BF7387D7C45E}"/>
              </a:ext>
            </a:extLst>
          </p:cNvPr>
          <p:cNvCxnSpPr/>
          <p:nvPr/>
        </p:nvCxnSpPr>
        <p:spPr>
          <a:xfrm>
            <a:off x="10625065" y="554113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4" name="Picture 2">
            <a:extLst>
              <a:ext uri="{FF2B5EF4-FFF2-40B4-BE49-F238E27FC236}">
                <a16:creationId xmlns:a16="http://schemas.microsoft.com/office/drawing/2014/main" id="{123479F8-0F1E-A664-C607-D9F36EC927B8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0"/>
          <a:stretch>
            <a:fillRect/>
          </a:stretch>
        </p:blipFill>
        <p:spPr bwMode="auto">
          <a:xfrm>
            <a:off x="574167" y="5227457"/>
            <a:ext cx="865587" cy="21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Picture 2" descr="Charlotte-Mecklenburg Schools - Wikipedia">
            <a:extLst>
              <a:ext uri="{FF2B5EF4-FFF2-40B4-BE49-F238E27FC236}">
                <a16:creationId xmlns:a16="http://schemas.microsoft.com/office/drawing/2014/main" id="{430DAB42-A84B-41F8-2933-8D4F37BD1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714" y="5568908"/>
            <a:ext cx="663924" cy="2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14" descr="Houston Accounting, Texas CPA, Business Services Firm - PKF Texas">
            <a:extLst>
              <a:ext uri="{FF2B5EF4-FFF2-40B4-BE49-F238E27FC236}">
                <a16:creationId xmlns:a16="http://schemas.microsoft.com/office/drawing/2014/main" id="{A48DCF97-2BC7-7D4B-C717-87DA21FAF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15" y="5572169"/>
            <a:ext cx="694547" cy="2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2">
            <a:extLst>
              <a:ext uri="{FF2B5EF4-FFF2-40B4-BE49-F238E27FC236}">
                <a16:creationId xmlns:a16="http://schemas.microsoft.com/office/drawing/2014/main" id="{972E7BE4-43B9-F1B8-02B5-154A61511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877" y="5175172"/>
            <a:ext cx="469979" cy="31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CE6EEB3B-0122-BCAD-DE2C-664A260CDA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7017" y="5573748"/>
            <a:ext cx="753704" cy="287867"/>
          </a:xfrm>
          <a:prstGeom prst="rect">
            <a:avLst/>
          </a:prstGeom>
        </p:spPr>
      </p:pic>
      <p:pic>
        <p:nvPicPr>
          <p:cNvPr id="270" name="Picture 10" descr="Core Covers">
            <a:extLst>
              <a:ext uri="{FF2B5EF4-FFF2-40B4-BE49-F238E27FC236}">
                <a16:creationId xmlns:a16="http://schemas.microsoft.com/office/drawing/2014/main" id="{F53B848E-A66B-B096-26D4-42B3A11A6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096" y="5175172"/>
            <a:ext cx="274608" cy="31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16" descr="Krispy Kreme Logo and symbol, meaning, history, PNG, brand">
            <a:extLst>
              <a:ext uri="{FF2B5EF4-FFF2-40B4-BE49-F238E27FC236}">
                <a16:creationId xmlns:a16="http://schemas.microsoft.com/office/drawing/2014/main" id="{CFEDFB9E-66E1-02E3-34FF-A712B57C4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784" y="5189565"/>
            <a:ext cx="511763" cy="28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4" descr="Logo&#10;&#10;Description automatically generated">
            <a:extLst>
              <a:ext uri="{FF2B5EF4-FFF2-40B4-BE49-F238E27FC236}">
                <a16:creationId xmlns:a16="http://schemas.microsoft.com/office/drawing/2014/main" id="{5AB6B762-B5F3-E0F8-3237-9DE885D46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539" y="5214545"/>
            <a:ext cx="782787" cy="2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13105F7F-D53D-A123-EDC2-83B9F32C70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567" y="5574141"/>
            <a:ext cx="466787" cy="216279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F068FE41-F74E-7641-8ABD-CE6604CC2B8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091" b="3138"/>
          <a:stretch>
            <a:fillRect/>
          </a:stretch>
        </p:blipFill>
        <p:spPr>
          <a:xfrm>
            <a:off x="1722480" y="5584021"/>
            <a:ext cx="750613" cy="184059"/>
          </a:xfrm>
          <a:prstGeom prst="rect">
            <a:avLst/>
          </a:prstGeom>
        </p:spPr>
      </p:pic>
      <p:pic>
        <p:nvPicPr>
          <p:cNvPr id="276" name="Picture 20" descr="Nordstrom Logo and symbol, meaning, history, PNG, brand">
            <a:extLst>
              <a:ext uri="{FF2B5EF4-FFF2-40B4-BE49-F238E27FC236}">
                <a16:creationId xmlns:a16="http://schemas.microsoft.com/office/drawing/2014/main" id="{CF51CC4C-0879-98AE-8481-1741F122B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1" b="40377"/>
          <a:stretch/>
        </p:blipFill>
        <p:spPr bwMode="auto">
          <a:xfrm>
            <a:off x="6178633" y="5253599"/>
            <a:ext cx="788780" cy="17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14" descr="JCPenney Logo and symbol, meaning, history, PNG, brand">
            <a:extLst>
              <a:ext uri="{FF2B5EF4-FFF2-40B4-BE49-F238E27FC236}">
                <a16:creationId xmlns:a16="http://schemas.microsoft.com/office/drawing/2014/main" id="{8C6C5B17-8ADF-731C-144F-8FA9DF275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55" b="28554"/>
          <a:stretch/>
        </p:blipFill>
        <p:spPr bwMode="auto">
          <a:xfrm>
            <a:off x="10701467" y="5210161"/>
            <a:ext cx="788780" cy="21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CFB93DC2-B47A-57E7-7960-660DAD71D6F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9120" y="5163571"/>
            <a:ext cx="544523" cy="316653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5B0633B-6733-559B-B849-649E7FE634B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8159" b="8158"/>
          <a:stretch>
            <a:fillRect/>
          </a:stretch>
        </p:blipFill>
        <p:spPr>
          <a:xfrm>
            <a:off x="6251303" y="5563325"/>
            <a:ext cx="765661" cy="237907"/>
          </a:xfrm>
          <a:prstGeom prst="rect">
            <a:avLst/>
          </a:prstGeom>
        </p:spPr>
      </p:pic>
      <p:pic>
        <p:nvPicPr>
          <p:cNvPr id="280" name="Picture 8" descr="BASIC NEO">
            <a:extLst>
              <a:ext uri="{FF2B5EF4-FFF2-40B4-BE49-F238E27FC236}">
                <a16:creationId xmlns:a16="http://schemas.microsoft.com/office/drawing/2014/main" id="{97E6C9A1-D145-7DE3-D7EA-4A41AF8F0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865" y="5210161"/>
            <a:ext cx="692793" cy="2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0315ACA2-9683-7A09-535E-BBC9593C655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92429" y="5538345"/>
            <a:ext cx="644475" cy="287867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6FF0FDC6-115F-C434-0162-A4A764174C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11315" y="5163116"/>
            <a:ext cx="509859" cy="261697"/>
          </a:xfrm>
          <a:prstGeom prst="rect">
            <a:avLst/>
          </a:prstGeom>
        </p:spPr>
      </p:pic>
      <p:pic>
        <p:nvPicPr>
          <p:cNvPr id="283" name="Picture 2" descr="Google">
            <a:extLst>
              <a:ext uri="{FF2B5EF4-FFF2-40B4-BE49-F238E27FC236}">
                <a16:creationId xmlns:a16="http://schemas.microsoft.com/office/drawing/2014/main" id="{22F32694-738C-107A-1747-B47ECF38B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930" y="5551432"/>
            <a:ext cx="802535" cy="2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4FB892C-51FA-13D0-86CC-E3CA00CC0723}"/>
              </a:ext>
            </a:extLst>
          </p:cNvPr>
          <p:cNvCxnSpPr/>
          <p:nvPr/>
        </p:nvCxnSpPr>
        <p:spPr>
          <a:xfrm>
            <a:off x="2646697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63B9510F-3117-8DE2-A78B-8C25F8DF1A54}"/>
              </a:ext>
            </a:extLst>
          </p:cNvPr>
          <p:cNvCxnSpPr/>
          <p:nvPr/>
        </p:nvCxnSpPr>
        <p:spPr>
          <a:xfrm>
            <a:off x="6060760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Picture 2" descr="Home | Arkema Global">
            <a:extLst>
              <a:ext uri="{FF2B5EF4-FFF2-40B4-BE49-F238E27FC236}">
                <a16:creationId xmlns:a16="http://schemas.microsoft.com/office/drawing/2014/main" id="{AD31D316-89C0-8346-6B50-A84DEA717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010" y="5898004"/>
            <a:ext cx="951844" cy="28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E83E29B2-4766-A44E-D618-5E8CA80B2FF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4796" b="26598"/>
          <a:stretch/>
        </p:blipFill>
        <p:spPr>
          <a:xfrm>
            <a:off x="10691172" y="5871368"/>
            <a:ext cx="1049867" cy="364497"/>
          </a:xfrm>
          <a:prstGeom prst="rect">
            <a:avLst/>
          </a:prstGeom>
        </p:spPr>
      </p:pic>
      <p:pic>
        <p:nvPicPr>
          <p:cNvPr id="286" name="Picture 2" descr="Cresset Partners">
            <a:extLst>
              <a:ext uri="{FF2B5EF4-FFF2-40B4-BE49-F238E27FC236}">
                <a16:creationId xmlns:a16="http://schemas.microsoft.com/office/drawing/2014/main" id="{168C8CE6-1E1E-272F-08A2-04419BB0F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006" y="5911089"/>
            <a:ext cx="702951" cy="2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2" descr="Carlson Private Capital Partners – Family Capital">
            <a:extLst>
              <a:ext uri="{FF2B5EF4-FFF2-40B4-BE49-F238E27FC236}">
                <a16:creationId xmlns:a16="http://schemas.microsoft.com/office/drawing/2014/main" id="{2D28405F-9435-6FAA-B471-A311222FD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330" y="5940612"/>
            <a:ext cx="717073" cy="18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4" descr="Patient Square Capital Announces Record ...">
            <a:extLst>
              <a:ext uri="{FF2B5EF4-FFF2-40B4-BE49-F238E27FC236}">
                <a16:creationId xmlns:a16="http://schemas.microsoft.com/office/drawing/2014/main" id="{854EC0FF-CC0A-05F5-6EC5-4E120DB0B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" t="11354" r="5374" b="12205"/>
          <a:stretch/>
        </p:blipFill>
        <p:spPr bwMode="auto">
          <a:xfrm>
            <a:off x="4070481" y="5912103"/>
            <a:ext cx="656460" cy="2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Picture 4" descr="Mission Hill">
            <a:extLst>
              <a:ext uri="{FF2B5EF4-FFF2-40B4-BE49-F238E27FC236}">
                <a16:creationId xmlns:a16="http://schemas.microsoft.com/office/drawing/2014/main" id="{66EFDD44-9257-0051-94AF-1677EB8D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132" y="5922073"/>
            <a:ext cx="867659" cy="21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FD0B2E0D-0035-F229-6BF9-07D6287D9AD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76521" y="5912104"/>
            <a:ext cx="876291" cy="237907"/>
          </a:xfrm>
          <a:prstGeom prst="rect">
            <a:avLst/>
          </a:prstGeom>
        </p:spPr>
      </p:pic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624FFE7F-A8B1-C2B5-479A-218E90D1EE4B}"/>
              </a:ext>
            </a:extLst>
          </p:cNvPr>
          <p:cNvCxnSpPr>
            <a:cxnSpLocks/>
          </p:cNvCxnSpPr>
          <p:nvPr/>
        </p:nvCxnSpPr>
        <p:spPr>
          <a:xfrm>
            <a:off x="534433" y="5510680"/>
            <a:ext cx="11133291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04DCEE2-5856-6766-4100-CA438A8F4799}"/>
              </a:ext>
            </a:extLst>
          </p:cNvPr>
          <p:cNvCxnSpPr>
            <a:cxnSpLocks/>
          </p:cNvCxnSpPr>
          <p:nvPr/>
        </p:nvCxnSpPr>
        <p:spPr>
          <a:xfrm>
            <a:off x="534433" y="5859459"/>
            <a:ext cx="11133291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1E11433E-287C-820E-CA26-0A4A92784DB2}"/>
              </a:ext>
            </a:extLst>
          </p:cNvPr>
          <p:cNvSpPr txBox="1"/>
          <p:nvPr/>
        </p:nvSpPr>
        <p:spPr>
          <a:xfrm>
            <a:off x="503173" y="4928553"/>
            <a:ext cx="2438400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defRPr/>
            </a:pPr>
            <a:r>
              <a:rPr lang="en-US" sz="1067" i="1">
                <a:solidFill>
                  <a:srgbClr val="D85049">
                    <a:lumMod val="75000"/>
                  </a:srgbClr>
                </a:solidFill>
                <a:latin typeface="Poppins"/>
                <a:ea typeface="Roboto" pitchFamily="2" charset="0"/>
                <a:sym typeface="Roboto" pitchFamily="2" charset="0"/>
              </a:rPr>
              <a:t>Representative healthcare clients</a:t>
            </a:r>
            <a:endParaRPr lang="en-US" sz="1067" i="1">
              <a:solidFill>
                <a:srgbClr val="D85049">
                  <a:lumMod val="75000"/>
                </a:srgbClr>
              </a:solidFill>
              <a:latin typeface="Poppins"/>
            </a:endParaRPr>
          </a:p>
        </p:txBody>
      </p:sp>
      <p:sp>
        <p:nvSpPr>
          <p:cNvPr id="297" name="Isosceles Triangle 296">
            <a:extLst>
              <a:ext uri="{FF2B5EF4-FFF2-40B4-BE49-F238E27FC236}">
                <a16:creationId xmlns:a16="http://schemas.microsoft.com/office/drawing/2014/main" id="{38356B97-8C46-7F29-9FF5-B53E6AEA6AB8}"/>
              </a:ext>
            </a:extLst>
          </p:cNvPr>
          <p:cNvSpPr/>
          <p:nvPr/>
        </p:nvSpPr>
        <p:spPr>
          <a:xfrm>
            <a:off x="598461" y="2657475"/>
            <a:ext cx="5192367" cy="46054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defRPr/>
            </a:pPr>
            <a:endParaRPr lang="en-US" sz="1067">
              <a:solidFill>
                <a:srgbClr val="44B0B1"/>
              </a:solidFill>
              <a:latin typeface="Poppins"/>
            </a:endParaRPr>
          </a:p>
        </p:txBody>
      </p:sp>
      <p:graphicFrame>
        <p:nvGraphicFramePr>
          <p:cNvPr id="298" name="Table 297">
            <a:extLst>
              <a:ext uri="{FF2B5EF4-FFF2-40B4-BE49-F238E27FC236}">
                <a16:creationId xmlns:a16="http://schemas.microsoft.com/office/drawing/2014/main" id="{23611E29-946B-9A94-3229-A363D5E2E3AB}"/>
              </a:ext>
            </a:extLst>
          </p:cNvPr>
          <p:cNvGraphicFramePr>
            <a:graphicFrameLocks noGrp="1"/>
          </p:cNvGraphicFramePr>
          <p:nvPr/>
        </p:nvGraphicFramePr>
        <p:xfrm>
          <a:off x="489283" y="3124201"/>
          <a:ext cx="5410720" cy="2452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6340">
                  <a:extLst>
                    <a:ext uri="{9D8B030D-6E8A-4147-A177-3AD203B41FA5}">
                      <a16:colId xmlns:a16="http://schemas.microsoft.com/office/drawing/2014/main" val="3194380057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1000533523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2075650914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261170958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3282929182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350561000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3636557229"/>
                    </a:ext>
                  </a:extLst>
                </a:gridCol>
                <a:gridCol w="676340">
                  <a:extLst>
                    <a:ext uri="{9D8B030D-6E8A-4147-A177-3AD203B41FA5}">
                      <a16:colId xmlns:a16="http://schemas.microsoft.com/office/drawing/2014/main" val="2174829404"/>
                    </a:ext>
                  </a:extLst>
                </a:gridCol>
              </a:tblGrid>
              <a:tr h="245255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2020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2022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2026</a:t>
                      </a:r>
                    </a:p>
                  </a:txBody>
                  <a:tcPr marL="29505" marR="29505" marT="15140" marB="151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116101"/>
                  </a:ext>
                </a:extLst>
              </a:tr>
            </a:tbl>
          </a:graphicData>
        </a:graphic>
      </p:graphicFrame>
      <p:sp>
        <p:nvSpPr>
          <p:cNvPr id="299" name="TextBox 298">
            <a:extLst>
              <a:ext uri="{FF2B5EF4-FFF2-40B4-BE49-F238E27FC236}">
                <a16:creationId xmlns:a16="http://schemas.microsoft.com/office/drawing/2014/main" id="{38F396A8-16CF-AC23-6637-34A3A7D6E29E}"/>
              </a:ext>
            </a:extLst>
          </p:cNvPr>
          <p:cNvSpPr txBox="1"/>
          <p:nvPr/>
        </p:nvSpPr>
        <p:spPr>
          <a:xfrm>
            <a:off x="647701" y="2514600"/>
            <a:ext cx="1900647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defRPr/>
            </a:pPr>
            <a:r>
              <a:rPr lang="en-US" sz="1067">
                <a:solidFill>
                  <a:srgbClr val="09375F"/>
                </a:solidFill>
                <a:latin typeface="Poppins"/>
                <a:ea typeface="Roboto" pitchFamily="2" charset="0"/>
                <a:sym typeface="Roboto" pitchFamily="2" charset="0"/>
              </a:rPr>
              <a:t>Team size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1D469E78-4F87-1B48-AC49-E8845D1AD088}"/>
              </a:ext>
            </a:extLst>
          </p:cNvPr>
          <p:cNvCxnSpPr>
            <a:cxnSpLocks/>
          </p:cNvCxnSpPr>
          <p:nvPr/>
        </p:nvCxnSpPr>
        <p:spPr>
          <a:xfrm>
            <a:off x="885825" y="3089275"/>
            <a:ext cx="0" cy="3492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4798EA4F-4EB3-E90E-772E-03C997341505}"/>
              </a:ext>
            </a:extLst>
          </p:cNvPr>
          <p:cNvCxnSpPr>
            <a:cxnSpLocks/>
          </p:cNvCxnSpPr>
          <p:nvPr/>
        </p:nvCxnSpPr>
        <p:spPr>
          <a:xfrm>
            <a:off x="1510357" y="3025775"/>
            <a:ext cx="0" cy="9207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CDA2FD79-6252-429E-004E-130D39D9FDFB}"/>
              </a:ext>
            </a:extLst>
          </p:cNvPr>
          <p:cNvCxnSpPr>
            <a:cxnSpLocks/>
          </p:cNvCxnSpPr>
          <p:nvPr/>
        </p:nvCxnSpPr>
        <p:spPr>
          <a:xfrm>
            <a:off x="2191809" y="2952750"/>
            <a:ext cx="0" cy="16827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0DDBF48A-B47E-1B79-0C79-C9BC34FA7CEC}"/>
              </a:ext>
            </a:extLst>
          </p:cNvPr>
          <p:cNvCxnSpPr>
            <a:cxnSpLocks/>
          </p:cNvCxnSpPr>
          <p:nvPr/>
        </p:nvCxnSpPr>
        <p:spPr>
          <a:xfrm>
            <a:off x="2860676" y="2889249"/>
            <a:ext cx="0" cy="2286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35AB1D71-2B16-5396-6514-044235F4694B}"/>
              </a:ext>
            </a:extLst>
          </p:cNvPr>
          <p:cNvCxnSpPr>
            <a:cxnSpLocks/>
          </p:cNvCxnSpPr>
          <p:nvPr/>
        </p:nvCxnSpPr>
        <p:spPr>
          <a:xfrm>
            <a:off x="3521076" y="2832917"/>
            <a:ext cx="0" cy="29152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D01B5C1-1949-A5CA-2993-85B166C15E4D}"/>
              </a:ext>
            </a:extLst>
          </p:cNvPr>
          <p:cNvCxnSpPr>
            <a:cxnSpLocks/>
          </p:cNvCxnSpPr>
          <p:nvPr/>
        </p:nvCxnSpPr>
        <p:spPr>
          <a:xfrm>
            <a:off x="4192059" y="2792558"/>
            <a:ext cx="0" cy="330969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A8A120AB-D2E0-4AE5-19B0-931F854550A9}"/>
              </a:ext>
            </a:extLst>
          </p:cNvPr>
          <p:cNvCxnSpPr>
            <a:cxnSpLocks/>
          </p:cNvCxnSpPr>
          <p:nvPr/>
        </p:nvCxnSpPr>
        <p:spPr>
          <a:xfrm>
            <a:off x="4878672" y="2732329"/>
            <a:ext cx="0" cy="3963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052DCEA8-097E-D9F1-718D-4F84EB83CFA4}"/>
              </a:ext>
            </a:extLst>
          </p:cNvPr>
          <p:cNvSpPr txBox="1"/>
          <p:nvPr/>
        </p:nvSpPr>
        <p:spPr>
          <a:xfrm>
            <a:off x="803275" y="2893127"/>
            <a:ext cx="165100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2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C2E1EA9B-9EFC-C88B-F8B2-8C12965973E2}"/>
              </a:ext>
            </a:extLst>
          </p:cNvPr>
          <p:cNvSpPr txBox="1"/>
          <p:nvPr/>
        </p:nvSpPr>
        <p:spPr>
          <a:xfrm>
            <a:off x="1427807" y="2835462"/>
            <a:ext cx="165100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4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02FC9821-4C43-D795-B9B9-5310C43058C4}"/>
              </a:ext>
            </a:extLst>
          </p:cNvPr>
          <p:cNvSpPr txBox="1"/>
          <p:nvPr/>
        </p:nvSpPr>
        <p:spPr>
          <a:xfrm>
            <a:off x="2111099" y="2772879"/>
            <a:ext cx="165100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10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B2C8683-B040-F8CA-A85D-95C2E78262E6}"/>
              </a:ext>
            </a:extLst>
          </p:cNvPr>
          <p:cNvSpPr txBox="1"/>
          <p:nvPr/>
        </p:nvSpPr>
        <p:spPr>
          <a:xfrm>
            <a:off x="2763039" y="2710295"/>
            <a:ext cx="199772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29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A6C778E6-CF12-9AE6-03F3-83CFACDE30F6}"/>
              </a:ext>
            </a:extLst>
          </p:cNvPr>
          <p:cNvSpPr txBox="1"/>
          <p:nvPr/>
        </p:nvSpPr>
        <p:spPr>
          <a:xfrm>
            <a:off x="3423873" y="2647711"/>
            <a:ext cx="199772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80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5C80909E-5870-6C0D-D1E2-6B3E04314BB6}"/>
              </a:ext>
            </a:extLst>
          </p:cNvPr>
          <p:cNvSpPr txBox="1"/>
          <p:nvPr/>
        </p:nvSpPr>
        <p:spPr>
          <a:xfrm>
            <a:off x="4059020" y="2585127"/>
            <a:ext cx="265896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 pitchFamily="2" charset="0"/>
                <a:sym typeface="Roboto" pitchFamily="2" charset="0"/>
              </a:rPr>
              <a:t>105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802FC20-08F4-0E55-0DDC-21A90663E7F5}"/>
              </a:ext>
            </a:extLst>
          </p:cNvPr>
          <p:cNvSpPr txBox="1"/>
          <p:nvPr/>
        </p:nvSpPr>
        <p:spPr>
          <a:xfrm>
            <a:off x="4683547" y="2522543"/>
            <a:ext cx="374324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/>
                <a:sym typeface="Roboto" pitchFamily="2" charset="0"/>
              </a:rPr>
              <a:t>190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3D7307-7380-B268-DEAE-F212CD8C901C}"/>
              </a:ext>
            </a:extLst>
          </p:cNvPr>
          <p:cNvSpPr>
            <a:spLocks/>
          </p:cNvSpPr>
          <p:nvPr/>
        </p:nvSpPr>
        <p:spPr>
          <a:xfrm>
            <a:off x="6178632" y="2049632"/>
            <a:ext cx="5657768" cy="229376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15" tIns="60748" rIns="120015" bIns="60748" rtlCol="0" anchor="t"/>
          <a:lstStyle/>
          <a:p>
            <a:pPr marL="158747" indent="-158747" defTabSz="914377">
              <a:buFont typeface="Arial" panose="020B0604020202020204" pitchFamily="34" charset="0"/>
              <a:buChar char="•"/>
              <a:defRPr/>
            </a:pPr>
            <a:endParaRPr lang="en-US" sz="1067">
              <a:solidFill>
                <a:srgbClr val="404040"/>
              </a:solidFill>
              <a:latin typeface="Poppins"/>
              <a:cs typeface="Poppins" pitchFamily="2" charset="77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A2DD1ED-BBF8-7A43-6482-769B1B56C603}"/>
              </a:ext>
            </a:extLst>
          </p:cNvPr>
          <p:cNvSpPr/>
          <p:nvPr/>
        </p:nvSpPr>
        <p:spPr>
          <a:xfrm>
            <a:off x="6252524" y="3937001"/>
            <a:ext cx="5509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</a:rPr>
              <a:t>M&amp;A Enablement</a:t>
            </a:r>
          </a:p>
          <a:p>
            <a:pPr defTabSz="609585">
              <a:defRPr/>
            </a:pPr>
            <a:r>
              <a:rPr lang="en-US" sz="1067">
                <a:solidFill>
                  <a:srgbClr val="404040"/>
                </a:solidFill>
                <a:latin typeface="Poppins"/>
              </a:rPr>
              <a:t>IT Due Diligence, Integration Planning &amp; </a:t>
            </a:r>
            <a:r>
              <a:rPr lang="en-US" sz="1067" b="1" i="1">
                <a:solidFill>
                  <a:srgbClr val="404040"/>
                </a:solidFill>
                <a:latin typeface="Poppins"/>
              </a:rPr>
              <a:t>Value Creation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99443BBA-4DB3-0874-7772-06508698B58B}"/>
              </a:ext>
            </a:extLst>
          </p:cNvPr>
          <p:cNvSpPr/>
          <p:nvPr/>
        </p:nvSpPr>
        <p:spPr>
          <a:xfrm>
            <a:off x="6252524" y="2108201"/>
            <a:ext cx="5509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</a:rPr>
              <a:t>Technology Strategy &amp; Operations</a:t>
            </a:r>
          </a:p>
          <a:p>
            <a:pPr defTabSz="609585">
              <a:defRPr/>
            </a:pPr>
            <a:r>
              <a:rPr lang="en-US" sz="1067">
                <a:solidFill>
                  <a:srgbClr val="404040"/>
                </a:solidFill>
                <a:latin typeface="Poppins"/>
              </a:rPr>
              <a:t>Strategic Planning, Product Mgmt., Value Tracking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FD9A52D8-0147-2ED5-CBAA-C1B083510411}"/>
              </a:ext>
            </a:extLst>
          </p:cNvPr>
          <p:cNvSpPr/>
          <p:nvPr/>
        </p:nvSpPr>
        <p:spPr>
          <a:xfrm>
            <a:off x="6252524" y="2565401"/>
            <a:ext cx="5509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</a:rPr>
              <a:t>IT Financial Mgmt. &amp; Optimization</a:t>
            </a:r>
          </a:p>
          <a:p>
            <a:pPr defTabSz="609585">
              <a:defRPr/>
            </a:pPr>
            <a:r>
              <a:rPr lang="en-US" sz="1067">
                <a:solidFill>
                  <a:srgbClr val="404040"/>
                </a:solidFill>
                <a:latin typeface="Poppins"/>
              </a:rPr>
              <a:t>Cost Transparency, FP&amp;A, Cost Transformation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20FC48DF-E9E5-37C5-A630-00D40758425A}"/>
              </a:ext>
            </a:extLst>
          </p:cNvPr>
          <p:cNvSpPr/>
          <p:nvPr/>
        </p:nvSpPr>
        <p:spPr>
          <a:xfrm>
            <a:off x="6252524" y="3022601"/>
            <a:ext cx="5509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</a:rPr>
              <a:t>Technology Future-Proofing</a:t>
            </a:r>
          </a:p>
          <a:p>
            <a:pPr defTabSz="609585">
              <a:defRPr/>
            </a:pPr>
            <a:r>
              <a:rPr lang="en-US" sz="1067">
                <a:solidFill>
                  <a:srgbClr val="404040"/>
                </a:solidFill>
                <a:latin typeface="Poppins"/>
              </a:rPr>
              <a:t>AI &amp; Data Readiness – Governance - Transformation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8D93D0F9-DEC9-3734-3C5A-371EBA81534F}"/>
              </a:ext>
            </a:extLst>
          </p:cNvPr>
          <p:cNvSpPr/>
          <p:nvPr/>
        </p:nvSpPr>
        <p:spPr>
          <a:xfrm>
            <a:off x="6252524" y="3479801"/>
            <a:ext cx="5509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</a:rPr>
              <a:t>Large Program Assurance, Delivery, &amp; Change</a:t>
            </a:r>
            <a:r>
              <a:rPr lang="en-US" sz="1067">
                <a:solidFill>
                  <a:srgbClr val="404040"/>
                </a:solidFill>
                <a:latin typeface="Poppins"/>
              </a:rPr>
              <a:t> </a:t>
            </a:r>
          </a:p>
          <a:p>
            <a:pPr defTabSz="609585">
              <a:defRPr/>
            </a:pPr>
            <a:r>
              <a:rPr lang="en-US" sz="1067">
                <a:solidFill>
                  <a:srgbClr val="404040"/>
                </a:solidFill>
                <a:latin typeface="Poppins"/>
              </a:rPr>
              <a:t>EHR, ERP, Digital Transformations</a:t>
            </a:r>
          </a:p>
        </p:txBody>
      </p: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2F6E1839-5868-F4AB-27AA-D289739666A4}"/>
              </a:ext>
            </a:extLst>
          </p:cNvPr>
          <p:cNvCxnSpPr/>
          <p:nvPr/>
        </p:nvCxnSpPr>
        <p:spPr>
          <a:xfrm>
            <a:off x="6252524" y="2521465"/>
            <a:ext cx="5509985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CB6D26F-5186-B679-7F6E-0B3590F02C41}"/>
              </a:ext>
            </a:extLst>
          </p:cNvPr>
          <p:cNvCxnSpPr/>
          <p:nvPr/>
        </p:nvCxnSpPr>
        <p:spPr>
          <a:xfrm>
            <a:off x="6252524" y="2978665"/>
            <a:ext cx="5509985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95BEA86A-F490-DB69-EC83-2349AB55A162}"/>
              </a:ext>
            </a:extLst>
          </p:cNvPr>
          <p:cNvCxnSpPr/>
          <p:nvPr/>
        </p:nvCxnSpPr>
        <p:spPr>
          <a:xfrm>
            <a:off x="6252524" y="3435865"/>
            <a:ext cx="5509985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8D7201D0-02AB-EFA4-304D-EF87C86E497B}"/>
              </a:ext>
            </a:extLst>
          </p:cNvPr>
          <p:cNvCxnSpPr/>
          <p:nvPr/>
        </p:nvCxnSpPr>
        <p:spPr>
          <a:xfrm>
            <a:off x="6252524" y="3893065"/>
            <a:ext cx="5509985" cy="0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Rectangle 348">
            <a:extLst>
              <a:ext uri="{FF2B5EF4-FFF2-40B4-BE49-F238E27FC236}">
                <a16:creationId xmlns:a16="http://schemas.microsoft.com/office/drawing/2014/main" id="{16796388-C1BB-41C2-54BB-D6289D981EFB}"/>
              </a:ext>
            </a:extLst>
          </p:cNvPr>
          <p:cNvSpPr/>
          <p:nvPr/>
        </p:nvSpPr>
        <p:spPr>
          <a:xfrm rot="16200000">
            <a:off x="9473876" y="3059117"/>
            <a:ext cx="2180117" cy="274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5760" bIns="0" rtlCol="0" anchor="ctr"/>
          <a:lstStyle/>
          <a:p>
            <a:pPr algn="r" defTabSz="609585">
              <a:defRPr/>
            </a:pPr>
            <a:r>
              <a:rPr lang="en-US" sz="1067" i="1">
                <a:solidFill>
                  <a:srgbClr val="404040"/>
                </a:solidFill>
                <a:latin typeface="Poppins"/>
              </a:rPr>
              <a:t>Consumer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A97BC7F5-05D6-8F2B-7AAD-967F05C51F3F}"/>
              </a:ext>
            </a:extLst>
          </p:cNvPr>
          <p:cNvSpPr/>
          <p:nvPr/>
        </p:nvSpPr>
        <p:spPr>
          <a:xfrm rot="16200000">
            <a:off x="9813151" y="3059117"/>
            <a:ext cx="2180117" cy="274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5760" bIns="0" rtlCol="0" anchor="ctr"/>
          <a:lstStyle/>
          <a:p>
            <a:pPr algn="r" defTabSz="609585">
              <a:defRPr/>
            </a:pPr>
            <a:r>
              <a:rPr lang="en-US" sz="1067" i="1">
                <a:solidFill>
                  <a:srgbClr val="404040"/>
                </a:solidFill>
                <a:latin typeface="Poppins"/>
              </a:rPr>
              <a:t>Finance &amp; Private Equity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6AABC7CE-A6AB-C0B6-4E88-F49CC3B27382}"/>
              </a:ext>
            </a:extLst>
          </p:cNvPr>
          <p:cNvSpPr/>
          <p:nvPr/>
        </p:nvSpPr>
        <p:spPr>
          <a:xfrm rot="16200000">
            <a:off x="10152428" y="3059117"/>
            <a:ext cx="2180117" cy="274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5760" bIns="0" rtlCol="0" anchor="ctr"/>
          <a:lstStyle/>
          <a:p>
            <a:pPr algn="r" defTabSz="609585">
              <a:defRPr/>
            </a:pPr>
            <a:r>
              <a:rPr lang="en-US" sz="1067" i="1">
                <a:solidFill>
                  <a:srgbClr val="404040"/>
                </a:solidFill>
                <a:latin typeface="Poppins"/>
              </a:rPr>
              <a:t>Construction &amp; Infra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60E3C6-80D2-08D6-C183-E14E02AB672F}"/>
              </a:ext>
            </a:extLst>
          </p:cNvPr>
          <p:cNvSpPr/>
          <p:nvPr/>
        </p:nvSpPr>
        <p:spPr>
          <a:xfrm rot="16200000">
            <a:off x="10491703" y="3059117"/>
            <a:ext cx="2180117" cy="274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5760" bIns="0" rtlCol="0" anchor="ctr"/>
          <a:lstStyle/>
          <a:p>
            <a:pPr algn="r" defTabSz="609585">
              <a:defRPr/>
            </a:pPr>
            <a:r>
              <a:rPr lang="en-US" sz="1067" i="1">
                <a:solidFill>
                  <a:srgbClr val="404040"/>
                </a:solidFill>
                <a:latin typeface="Poppins"/>
              </a:rPr>
              <a:t>Technology</a:t>
            </a:r>
          </a:p>
        </p:txBody>
      </p:sp>
      <p:sp>
        <p:nvSpPr>
          <p:cNvPr id="356" name="Slide Number Placeholder 2">
            <a:extLst>
              <a:ext uri="{FF2B5EF4-FFF2-40B4-BE49-F238E27FC236}">
                <a16:creationId xmlns:a16="http://schemas.microsoft.com/office/drawing/2014/main" id="{2C134835-A083-238E-ECA5-F4F5E9145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24076" y="6520754"/>
            <a:ext cx="67326" cy="143565"/>
          </a:xfrm>
        </p:spPr>
        <p:txBody>
          <a:bodyPr/>
          <a:lstStyle/>
          <a:p>
            <a:pPr defTabSz="609585">
              <a:defRPr/>
            </a:pPr>
            <a:fld id="{096069B9-BB78-45EE-A327-B5E08C3C1DB1}" type="slidenum">
              <a:rPr lang="en-IN">
                <a:solidFill>
                  <a:srgbClr val="FFFFFF">
                    <a:lumMod val="50000"/>
                  </a:srgbClr>
                </a:solidFill>
              </a:rPr>
              <a:pPr defTabSz="609585">
                <a:defRPr/>
              </a:pPr>
              <a:t>2</a:t>
            </a:fld>
            <a:endParaRPr lang="en-IN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ADB6D6D7-7144-C366-C2AF-3023BDF433C9}"/>
              </a:ext>
            </a:extLst>
          </p:cNvPr>
          <p:cNvSpPr/>
          <p:nvPr/>
        </p:nvSpPr>
        <p:spPr>
          <a:xfrm rot="16200000">
            <a:off x="9134595" y="3053829"/>
            <a:ext cx="2180117" cy="274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5760" bIns="0" rtlCol="0" anchor="ctr"/>
          <a:lstStyle/>
          <a:p>
            <a:pPr algn="r" defTabSz="609585">
              <a:defRPr/>
            </a:pPr>
            <a:r>
              <a:rPr lang="en-US" sz="1067" i="1">
                <a:solidFill>
                  <a:srgbClr val="404040"/>
                </a:solidFill>
                <a:latin typeface="Poppins"/>
              </a:rPr>
              <a:t>Healthcare</a:t>
            </a: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2130F4C4-766E-6BA8-3147-0EE5A908F37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87" r="888"/>
          <a:stretch>
            <a:fillRect/>
          </a:stretch>
        </p:blipFill>
        <p:spPr>
          <a:xfrm>
            <a:off x="1718028" y="5939911"/>
            <a:ext cx="762016" cy="23790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66C04-AD0A-AF09-EDB1-5F4F3F9F15E0}"/>
              </a:ext>
            </a:extLst>
          </p:cNvPr>
          <p:cNvCxnSpPr/>
          <p:nvPr/>
        </p:nvCxnSpPr>
        <p:spPr>
          <a:xfrm>
            <a:off x="2646697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D1408A-9F5D-CDD9-8A34-94E4A775CD4C}"/>
              </a:ext>
            </a:extLst>
          </p:cNvPr>
          <p:cNvCxnSpPr/>
          <p:nvPr/>
        </p:nvCxnSpPr>
        <p:spPr>
          <a:xfrm>
            <a:off x="3786964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4691B4-82BE-B0CA-EBDE-CAFF1E8D48A5}"/>
              </a:ext>
            </a:extLst>
          </p:cNvPr>
          <p:cNvCxnSpPr/>
          <p:nvPr/>
        </p:nvCxnSpPr>
        <p:spPr>
          <a:xfrm>
            <a:off x="4927232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3F2AF1-A58B-E777-5C3B-B3914BDA2D8F}"/>
              </a:ext>
            </a:extLst>
          </p:cNvPr>
          <p:cNvCxnSpPr/>
          <p:nvPr/>
        </p:nvCxnSpPr>
        <p:spPr>
          <a:xfrm>
            <a:off x="7207764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28C05D-311D-2F2E-68D0-D3082A058C99}"/>
              </a:ext>
            </a:extLst>
          </p:cNvPr>
          <p:cNvCxnSpPr/>
          <p:nvPr/>
        </p:nvCxnSpPr>
        <p:spPr>
          <a:xfrm>
            <a:off x="8348031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447B9B-2543-5C0D-080D-E4F3F7BAEDAC}"/>
              </a:ext>
            </a:extLst>
          </p:cNvPr>
          <p:cNvCxnSpPr/>
          <p:nvPr/>
        </p:nvCxnSpPr>
        <p:spPr>
          <a:xfrm>
            <a:off x="9488297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604B20-79C3-9A2C-F941-1295F6D04551}"/>
              </a:ext>
            </a:extLst>
          </p:cNvPr>
          <p:cNvCxnSpPr>
            <a:cxnSpLocks/>
          </p:cNvCxnSpPr>
          <p:nvPr/>
        </p:nvCxnSpPr>
        <p:spPr>
          <a:xfrm>
            <a:off x="5543845" y="2677475"/>
            <a:ext cx="0" cy="438552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AAF966-BD5F-1FCC-3645-36F1551C2135}"/>
              </a:ext>
            </a:extLst>
          </p:cNvPr>
          <p:cNvSpPr txBox="1"/>
          <p:nvPr/>
        </p:nvSpPr>
        <p:spPr>
          <a:xfrm>
            <a:off x="5367054" y="2459959"/>
            <a:ext cx="374324" cy="16421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609585">
              <a:defRPr/>
            </a:pPr>
            <a:r>
              <a:rPr lang="en-US" sz="1067" b="1">
                <a:solidFill>
                  <a:srgbClr val="404040"/>
                </a:solidFill>
                <a:latin typeface="Poppins"/>
                <a:ea typeface="Roboto"/>
                <a:sym typeface="Roboto" pitchFamily="2" charset="0"/>
              </a:rPr>
              <a:t>250+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948DE5-8C50-91FF-A4D7-D73CFE111CB7}"/>
              </a:ext>
            </a:extLst>
          </p:cNvPr>
          <p:cNvCxnSpPr/>
          <p:nvPr/>
        </p:nvCxnSpPr>
        <p:spPr>
          <a:xfrm>
            <a:off x="1552373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ome">
            <a:extLst>
              <a:ext uri="{FF2B5EF4-FFF2-40B4-BE49-F238E27FC236}">
                <a16:creationId xmlns:a16="http://schemas.microsoft.com/office/drawing/2014/main" id="{9FD91CF0-AF17-4433-5D54-A6A54CB7A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939" y="5930371"/>
            <a:ext cx="986779" cy="26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7509BD-54BD-02FA-D5DF-2F888AC2CE6F}"/>
              </a:ext>
            </a:extLst>
          </p:cNvPr>
          <p:cNvCxnSpPr/>
          <p:nvPr/>
        </p:nvCxnSpPr>
        <p:spPr>
          <a:xfrm>
            <a:off x="10625065" y="5889916"/>
            <a:ext cx="0" cy="287867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Internet Of Things with solid fill">
            <a:extLst>
              <a:ext uri="{FF2B5EF4-FFF2-40B4-BE49-F238E27FC236}">
                <a16:creationId xmlns:a16="http://schemas.microsoft.com/office/drawing/2014/main" id="{810B8854-A1D2-2E8F-773B-09D38FAEE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473203" y="2120937"/>
            <a:ext cx="217112" cy="217112"/>
          </a:xfrm>
          <a:prstGeom prst="rect">
            <a:avLst/>
          </a:prstGeom>
        </p:spPr>
      </p:pic>
      <p:pic>
        <p:nvPicPr>
          <p:cNvPr id="26" name="Graphic 25" descr="Bank with solid fill">
            <a:extLst>
              <a:ext uri="{FF2B5EF4-FFF2-40B4-BE49-F238E27FC236}">
                <a16:creationId xmlns:a16="http://schemas.microsoft.com/office/drawing/2014/main" id="{FBE0E58F-6B2F-DCF2-51CA-1F66ED4F6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94649" y="2120937"/>
            <a:ext cx="217112" cy="217112"/>
          </a:xfrm>
          <a:prstGeom prst="rect">
            <a:avLst/>
          </a:prstGeom>
        </p:spPr>
      </p:pic>
      <p:pic>
        <p:nvPicPr>
          <p:cNvPr id="28" name="Graphic 27" descr="Shopping cart with solid fill">
            <a:extLst>
              <a:ext uri="{FF2B5EF4-FFF2-40B4-BE49-F238E27FC236}">
                <a16:creationId xmlns:a16="http://schemas.microsoft.com/office/drawing/2014/main" id="{DF9AA5DE-4861-08DD-3F3C-38C07E9F2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55373" y="2120937"/>
            <a:ext cx="217112" cy="217112"/>
          </a:xfrm>
          <a:prstGeom prst="rect">
            <a:avLst/>
          </a:prstGeom>
        </p:spPr>
      </p:pic>
      <p:pic>
        <p:nvPicPr>
          <p:cNvPr id="30" name="Graphic 29" descr="Medical with solid fill">
            <a:extLst>
              <a:ext uri="{FF2B5EF4-FFF2-40B4-BE49-F238E27FC236}">
                <a16:creationId xmlns:a16="http://schemas.microsoft.com/office/drawing/2014/main" id="{77F23A70-FE2B-E3AB-89A7-10B62AF0E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116097" y="2120937"/>
            <a:ext cx="217112" cy="217112"/>
          </a:xfrm>
          <a:prstGeom prst="rect">
            <a:avLst/>
          </a:prstGeom>
        </p:spPr>
      </p:pic>
      <p:pic>
        <p:nvPicPr>
          <p:cNvPr id="32" name="Graphic 31" descr="Construction worker female with solid fill">
            <a:extLst>
              <a:ext uri="{FF2B5EF4-FFF2-40B4-BE49-F238E27FC236}">
                <a16:creationId xmlns:a16="http://schemas.microsoft.com/office/drawing/2014/main" id="{3A7841E8-0078-F4BE-067D-509F360B8C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133925" y="2120937"/>
            <a:ext cx="217112" cy="2171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B39015-73AB-5A5D-722B-297895E9A0B8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t="29993" b="26443"/>
          <a:stretch>
            <a:fillRect/>
          </a:stretch>
        </p:blipFill>
        <p:spPr>
          <a:xfrm>
            <a:off x="618543" y="5944721"/>
            <a:ext cx="815848" cy="2307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5536F4-D09E-153A-7FD2-8E7B3B1F9BC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27044" y="5529139"/>
            <a:ext cx="988321" cy="2938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03DC980-4AFD-EA73-D66B-E856C779BFF6}"/>
              </a:ext>
            </a:extLst>
          </p:cNvPr>
          <p:cNvSpPr/>
          <p:nvPr/>
        </p:nvSpPr>
        <p:spPr>
          <a:xfrm>
            <a:off x="487364" y="5081737"/>
            <a:ext cx="4401336" cy="1147488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1867">
              <a:solidFill>
                <a:srgbClr val="09375F"/>
              </a:solidFill>
              <a:latin typeface="Poppin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1F0D50-8A21-09EE-0BE7-6262EE738E4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99493" y="5586115"/>
            <a:ext cx="1008799" cy="20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230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4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4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43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43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43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Aberdeen Colors">
      <a:dk1>
        <a:srgbClr val="404040"/>
      </a:dk1>
      <a:lt1>
        <a:srgbClr val="FFFFFF"/>
      </a:lt1>
      <a:dk2>
        <a:srgbClr val="44B0B1"/>
      </a:dk2>
      <a:lt2>
        <a:srgbClr val="09375F"/>
      </a:lt2>
      <a:accent1>
        <a:srgbClr val="09375F"/>
      </a:accent1>
      <a:accent2>
        <a:srgbClr val="03CBFF"/>
      </a:accent2>
      <a:accent3>
        <a:srgbClr val="00A676"/>
      </a:accent3>
      <a:accent4>
        <a:srgbClr val="F7CE01"/>
      </a:accent4>
      <a:accent5>
        <a:srgbClr val="BD8CFF"/>
      </a:accent5>
      <a:accent6>
        <a:srgbClr val="D85049"/>
      </a:accent6>
      <a:hlink>
        <a:srgbClr val="0072AD"/>
      </a:hlink>
      <a:folHlink>
        <a:srgbClr val="041B2F"/>
      </a:folHlink>
    </a:clrScheme>
    <a:fontScheme name="Aberdeen 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 sz="14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erdeen Slide Scratchpad 4.10" id="{46B2C024-FD6C-41EF-8A6C-2678C19FDAF5}" vid="{2915C20E-64BF-4E82-BFD3-FBB6D44EDD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Widescreen</PresentationFormat>
  <Paragraphs>80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Courier New</vt:lpstr>
      <vt:lpstr>Poppins</vt:lpstr>
      <vt:lpstr>Roboto</vt:lpstr>
      <vt:lpstr>Wingdings</vt:lpstr>
      <vt:lpstr>1_Office Theme</vt:lpstr>
      <vt:lpstr>think-cell Slide</vt:lpstr>
      <vt:lpstr>Re-introduction: Aberdeen Advisors</vt:lpstr>
      <vt:lpstr>Aberdeen’s Focus Is The Intersection Of Business, Tech  &amp; Operations With Healthcare As A Primary Industry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Easwar Paidipalli</dc:creator>
  <cp:lastModifiedBy>Easwar Paidipalli</cp:lastModifiedBy>
  <cp:revision>1</cp:revision>
  <dcterms:created xsi:type="dcterms:W3CDTF">2026-08-14T14:38:55Z</dcterms:created>
  <dcterms:modified xsi:type="dcterms:W3CDTF">2026-08-14T14:39:31Z</dcterms:modified>
</cp:coreProperties>
</file>