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46304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9375F"/>
                </a:solidFill>
                <a:latin typeface="Poppins"/>
              </a:rPr>
              <a:t>Pursuit Intelligence</a:t>
            </a:r>
          </a:p>
        </p:txBody>
      </p:sp>
      <p:pic>
        <p:nvPicPr>
          <p:cNvPr id="5" name="Picture 4" descr="aberde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718304"/>
            <a:ext cx="896112" cy="20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45720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CONFIDENTIAL  ·  Aberdeen Advisors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791456"/>
            <a:ext cx="411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5F5F5F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12064"/>
            <a:ext cx="51206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44B0B1"/>
                </a:solidFill>
                <a:latin typeface="Poppins"/>
              </a:rPr>
              <a:t>Public filings plus Aberdeen's own credentials, as a ranked pursuit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758952"/>
            <a:ext cx="507492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404040"/>
                </a:solidFill>
                <a:latin typeface="Poppins"/>
              </a:rPr>
              <a:t>A working web app, built entirely from what is already in the repo: three agent-instruction files and 13 public company documents. It scores every account, shows why, and never invents a fact it cannot cite.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389888"/>
            <a:ext cx="1170432" cy="566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" y="1389888"/>
            <a:ext cx="41148" cy="566928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435608"/>
            <a:ext cx="9692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3CBFF"/>
                </a:solidFill>
                <a:latin typeface="Poppin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19072"/>
            <a:ext cx="96926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Poppins"/>
              </a:rPr>
              <a:t>Accounts assessed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1056" y="1389888"/>
            <a:ext cx="1170432" cy="566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91056" y="1389888"/>
            <a:ext cx="41148" cy="566928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1435608"/>
            <a:ext cx="9692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3CBFF"/>
                </a:solidFill>
                <a:latin typeface="Poppins"/>
              </a:rPr>
              <a:t>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1719072"/>
            <a:ext cx="96926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Poppins"/>
              </a:rPr>
              <a:t>Evidenced buying signals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5" y="1389888"/>
            <a:ext cx="1170432" cy="566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1215" y="1389888"/>
            <a:ext cx="41148" cy="566928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1435608"/>
            <a:ext cx="9692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7CE01"/>
                </a:solidFill>
                <a:latin typeface="Poppins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1719072"/>
            <a:ext cx="96926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Poppins"/>
              </a:rPr>
              <a:t>Addressable initiatives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1375" y="1389888"/>
            <a:ext cx="1170432" cy="566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51375" y="1389888"/>
            <a:ext cx="41148" cy="566928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1" y="1435608"/>
            <a:ext cx="9692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A676"/>
                </a:solidFill>
                <a:latin typeface="Poppin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1" y="1719072"/>
            <a:ext cx="96926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Poppins"/>
              </a:rPr>
              <a:t>External API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2121408"/>
            <a:ext cx="5074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5F5F5F"/>
                </a:solidFill>
                <a:latin typeface="Poppins"/>
              </a:rPr>
              <a:t>HOW IT 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2304288"/>
            <a:ext cx="914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354580"/>
            <a:ext cx="8412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" b="1" i="0">
                <a:solidFill>
                  <a:srgbClr val="09375F"/>
                </a:solidFill>
                <a:latin typeface="Poppins"/>
              </a:rPr>
              <a:t>13 public 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2377440"/>
            <a:ext cx="118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4168" y="2304288"/>
            <a:ext cx="914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2354580"/>
            <a:ext cx="8412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" b="1" i="0">
                <a:solidFill>
                  <a:srgbClr val="09375F"/>
                </a:solidFill>
                <a:latin typeface="Poppins"/>
              </a:rPr>
              <a:t>59 signals  extracted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2377440"/>
            <a:ext cx="118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39" y="2304288"/>
            <a:ext cx="914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14015" y="2354580"/>
            <a:ext cx="8412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" b="1" i="0">
                <a:solidFill>
                  <a:srgbClr val="09375F"/>
                </a:solidFill>
                <a:latin typeface="Poppins"/>
              </a:rPr>
              <a:t>Scored  40/30/30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2377440"/>
            <a:ext cx="118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0711" y="2304288"/>
            <a:ext cx="914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7" y="2354580"/>
            <a:ext cx="8412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" b="1" i="0">
                <a:solidFill>
                  <a:srgbClr val="09375F"/>
                </a:solidFill>
                <a:latin typeface="Poppins"/>
              </a:rPr>
              <a:t>Ranked 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2377440"/>
            <a:ext cx="118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3983" y="2304288"/>
            <a:ext cx="914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2354580"/>
            <a:ext cx="8412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" b="1" i="0">
                <a:solidFill>
                  <a:srgbClr val="09375F"/>
                </a:solidFill>
                <a:latin typeface="Poppins"/>
              </a:rPr>
              <a:t>Pursuit brief  + outreach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2871216"/>
            <a:ext cx="50749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5F5F5F"/>
                </a:solidFill>
                <a:latin typeface="Poppins"/>
              </a:rPr>
              <a:t>WHAT MAKES IT DEFENSIBLE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" y="3104388"/>
            <a:ext cx="68580" cy="68580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054096"/>
            <a:ext cx="490118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09375F"/>
                </a:solidFill>
                <a:latin typeface="Poppins"/>
              </a:rPr>
              <a:t>Every claim cites a page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3204972"/>
            <a:ext cx="4901184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5F5F5F"/>
                </a:solidFill>
                <a:latin typeface="Poppins"/>
              </a:rPr>
              <a:t>Signals carry the document and page reference they came from.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" y="3488436"/>
            <a:ext cx="68580" cy="68580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3438144"/>
            <a:ext cx="490118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09375F"/>
                </a:solidFill>
                <a:latin typeface="Poppins"/>
              </a:rPr>
              <a:t>Proof ratings are never upgraded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3589020"/>
            <a:ext cx="4901184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5F5F5F"/>
                </a:solidFill>
                <a:latin typeface="Poppins"/>
              </a:rPr>
              <a:t>STRONG / MODERATE / THIN come from AberdeenOfferings.md §10.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" y="3872483"/>
            <a:ext cx="68580" cy="68580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822191"/>
            <a:ext cx="490118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09375F"/>
                </a:solidFill>
                <a:latin typeface="Poppins"/>
              </a:rPr>
              <a:t>Gaps are reported, not filled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3973068"/>
            <a:ext cx="4901184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5F5F5F"/>
                </a:solidFill>
                <a:latin typeface="Poppins"/>
              </a:rPr>
              <a:t>Missing CRM fields show as gaps; one stale source is excluded.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" y="4256531"/>
            <a:ext cx="68580" cy="68580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206240"/>
            <a:ext cx="490118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09375F"/>
                </a:solidFill>
                <a:latin typeface="Poppins"/>
              </a:rPr>
              <a:t>Nothing leaves the machine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4357116"/>
            <a:ext cx="4901184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5F5F5F"/>
                </a:solidFill>
                <a:latin typeface="Poppins"/>
              </a:rPr>
              <a:t>Level 3 compliant: zero network calls anywhere in the app.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768096"/>
            <a:ext cx="3383280" cy="3675887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c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234136"/>
            <a:ext cx="3273552" cy="27438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468112" y="4480560"/>
            <a:ext cx="33832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00" b="0" i="1">
                <a:solidFill>
                  <a:srgbClr val="5F5F5F"/>
                </a:solidFill>
                <a:latin typeface="Poppins"/>
              </a:rPr>
              <a:t>All 13 accounts ranked — click any row for the full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46304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9375F"/>
                </a:solidFill>
                <a:latin typeface="Poppins"/>
              </a:rPr>
              <a:t>One brief, three sources, one recommendation</a:t>
            </a:r>
          </a:p>
        </p:txBody>
      </p:sp>
      <p:pic>
        <p:nvPicPr>
          <p:cNvPr id="5" name="Picture 4" descr="aberde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718304"/>
            <a:ext cx="896112" cy="20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45720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CONFIDENTIAL  ·  Aberdeen Advisors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791456"/>
            <a:ext cx="411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5F5F5F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12064"/>
            <a:ext cx="85039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44B0B1"/>
                </a:solidFill>
                <a:latin typeface="Poppins"/>
              </a:rPr>
              <a:t>What a partner previously assembled by hand over hours — now on one screen, with every figure traceable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786384"/>
            <a:ext cx="268833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786384"/>
            <a:ext cx="2688336" cy="41148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845820"/>
            <a:ext cx="250545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WHAT WE ALREADY KNOW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1056132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010412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Relationship position and 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" y="1225296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179576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Live engagement, if any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1394460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348740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Revenue trajectory and bucket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1563624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1517904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Blank CRM fields shown as gaps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63824" y="786384"/>
            <a:ext cx="268833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63824" y="786384"/>
            <a:ext cx="2688336" cy="41148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845820"/>
            <a:ext cx="250545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WHAT THE RESEARCH ADDS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1056132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010412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Forward investments from filings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1225296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1179576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Committed vs announced vs exploratory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1394460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1348740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Decision-makers and topic to raise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1563624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1517904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Page-level citation on every claim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786384"/>
            <a:ext cx="268833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16752" y="786384"/>
            <a:ext cx="2688336" cy="41148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845820"/>
            <a:ext cx="2505456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WHAT WE CAN SELL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056132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1010412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Offerings the signals trigger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225296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1179576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Credentials, same-sector 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394460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1348740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Honest proof strength badge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563624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1517904"/>
            <a:ext cx="2395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404040"/>
                </a:solidFill>
                <a:latin typeface="Poppins"/>
              </a:rPr>
              <a:t>Draft outreach, partner-editable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" y="1828800"/>
            <a:ext cx="852220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_br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59" y="1883664"/>
            <a:ext cx="8328481" cy="250545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310896" y="4480560"/>
            <a:ext cx="8522208" cy="237744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4503420"/>
            <a:ext cx="832104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Poppins"/>
              </a:rPr>
              <a:t>Arkema brief — filings research on the left, Aberdeen capability and proof on the right, with the live Clear Lake engagement flagged as in progress, never as a delivered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46304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9375F"/>
                </a:solidFill>
                <a:latin typeface="Poppins"/>
              </a:rPr>
              <a:t>Architecture</a:t>
            </a:r>
          </a:p>
        </p:txBody>
      </p:sp>
      <p:pic>
        <p:nvPicPr>
          <p:cNvPr id="5" name="Picture 4" descr="aberde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718304"/>
            <a:ext cx="896112" cy="20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45720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CONFIDENTIAL  ·  Aberdeen Advisors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791456"/>
            <a:ext cx="411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5F5F5F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12064"/>
            <a:ext cx="85039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44B0B1"/>
                </a:solidFill>
                <a:latin typeface="Poppins"/>
              </a:rPr>
              <a:t>Static, self-contained, zero egress — the whole app is one HTML file with the data compiled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786384"/>
            <a:ext cx="8522208" cy="45720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786384"/>
            <a:ext cx="45720" cy="45720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32104"/>
            <a:ext cx="21031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1 ·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1268"/>
            <a:ext cx="2103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Poppins"/>
              </a:rPr>
              <a:t>committed to the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84124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8732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client-data/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01041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13 public documents — 9 press releases, 3 filings, 1 digest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91456" y="84124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8732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agent-instructions/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01041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AGENT_WORKFLOW · SKILL · AberdeenOfferings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84124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8732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About Aberdeen/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01041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quals master + enhanced credential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28016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44B0B1"/>
                </a:solidFill>
                <a:latin typeface="Poppins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1463040"/>
            <a:ext cx="8522208" cy="658368"/>
          </a:xfrm>
          <a:prstGeom prst="rect">
            <a:avLst/>
          </a:prstGeom>
          <a:solidFill>
            <a:srgbClr val="04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" y="1463040"/>
            <a:ext cx="45720" cy="658368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508760"/>
            <a:ext cx="21031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2 · 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677924"/>
            <a:ext cx="2103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Poppins"/>
              </a:rPr>
              <a:t>hand-extracted, compiled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517904"/>
            <a:ext cx="2980944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1531619"/>
            <a:ext cx="1005840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 i="0">
                <a:solidFill>
                  <a:srgbClr val="09375F"/>
                </a:solidFill>
                <a:latin typeface="Poppins"/>
              </a:rPr>
              <a:t>data-signals.js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1531619"/>
            <a:ext cx="18470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59 signals · evidence, page ref, provenance, category, triggered offering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5583" y="1517904"/>
            <a:ext cx="2980944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9592" y="1531619"/>
            <a:ext cx="1005840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 i="0">
                <a:solidFill>
                  <a:srgbClr val="09375F"/>
                </a:solidFill>
                <a:latin typeface="Poppins"/>
              </a:rPr>
              <a:t>data-investments.js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5" y="1531619"/>
            <a:ext cx="18470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33 addressable initiatives · committed / announced / exploratory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01368"/>
            <a:ext cx="2980944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1815084"/>
            <a:ext cx="1005840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 i="0">
                <a:solidFill>
                  <a:srgbClr val="09375F"/>
                </a:solidFill>
                <a:latin typeface="Poppins"/>
              </a:rPr>
              <a:t>data-contacts.js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1" y="1815084"/>
            <a:ext cx="18470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decision-makers with the topic to raise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5583" y="1801368"/>
            <a:ext cx="2980944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1815084"/>
            <a:ext cx="1005840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 i="0">
                <a:solidFill>
                  <a:srgbClr val="09375F"/>
                </a:solidFill>
                <a:latin typeface="Poppins"/>
              </a:rPr>
              <a:t>data-aberdeen.js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4575" y="1815084"/>
            <a:ext cx="18470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offerings, credentials, §10 proof ratings, account buckets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219456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44B0B1"/>
                </a:solidFill>
                <a:latin typeface="Poppins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" y="2377440"/>
            <a:ext cx="8522208" cy="566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0896" y="2377440"/>
            <a:ext cx="45720" cy="566928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423160"/>
            <a:ext cx="21031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3 · SCORING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592324"/>
            <a:ext cx="2103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Poppins"/>
              </a:rPr>
              <a:t>transparent, arguable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2432304"/>
            <a:ext cx="1956816" cy="457200"/>
          </a:xfrm>
          <a:prstGeom prst="rect">
            <a:avLst/>
          </a:prstGeom>
          <a:solidFill>
            <a:srgbClr val="E7F5F5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6352" y="2455164"/>
            <a:ext cx="14173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Signal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1104" y="2446020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1" i="0">
                <a:solidFill>
                  <a:srgbClr val="09375F"/>
                </a:solidFill>
                <a:latin typeface="Poppins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16352" y="2610612"/>
            <a:ext cx="181051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count, weighted for tech / AI / M&amp;A / restructuring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1456" y="2432304"/>
            <a:ext cx="1956816" cy="457200"/>
          </a:xfrm>
          <a:prstGeom prst="rect">
            <a:avLst/>
          </a:prstGeom>
          <a:solidFill>
            <a:srgbClr val="E7F5F5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64608" y="2455164"/>
            <a:ext cx="14173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Relationship position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446020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1" i="0">
                <a:solidFill>
                  <a:srgbClr val="09375F"/>
                </a:solidFill>
                <a:latin typeface="Poppins"/>
              </a:rPr>
              <a:t>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2610612"/>
            <a:ext cx="181051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the workflow bucket — live engagement scores highest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39712" y="2432304"/>
            <a:ext cx="1956816" cy="457200"/>
          </a:xfrm>
          <a:prstGeom prst="rect">
            <a:avLst/>
          </a:prstGeom>
          <a:solidFill>
            <a:srgbClr val="E7F5F5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12864" y="2455164"/>
            <a:ext cx="14173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Proof-strength fit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6" y="2446020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1" i="0">
                <a:solidFill>
                  <a:srgbClr val="09375F"/>
                </a:solidFill>
                <a:latin typeface="Poppins"/>
              </a:rPr>
              <a:t>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2864" y="2610612"/>
            <a:ext cx="181051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00" b="0" i="0">
                <a:solidFill>
                  <a:srgbClr val="5F5F5F"/>
                </a:solidFill>
                <a:latin typeface="Poppins"/>
              </a:rPr>
              <a:t>mean §10 rating across triggered offerings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298094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44B0B1"/>
                </a:solidFill>
                <a:latin typeface="Poppins"/>
              </a:rPr>
              <a:t>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" y="3163824"/>
            <a:ext cx="8522208" cy="45720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0896" y="3163824"/>
            <a:ext cx="45720" cy="457200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209544"/>
            <a:ext cx="21031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4 · SURFACES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3378708"/>
            <a:ext cx="2103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Poppins"/>
              </a:rPr>
              <a:t>three views, one file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1868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16352" y="325069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Radar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6352" y="33878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where capital is going, filtered to Aberdeen-addressable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91456" y="321868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64608" y="325069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Pipeline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4608" y="33878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13 accounts ranked, tiered Pursue / Develop / Qualify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39712" y="3218688"/>
            <a:ext cx="19568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12864" y="325069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Sources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12864" y="3387852"/>
            <a:ext cx="1810512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every document, provenance tier and guardrail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" y="3749039"/>
            <a:ext cx="8522208" cy="548640"/>
          </a:xfrm>
          <a:prstGeom prst="rect">
            <a:avLst/>
          </a:prstGeom>
          <a:solidFill>
            <a:srgbClr val="E7F5F5"/>
          </a:solidFill>
          <a:ln w="9525">
            <a:solidFill>
              <a:srgbClr val="44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3803904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GUARDRAILS — ENFORCED, NOT ASPIRATIONAL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027932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982212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Zero network calls · Level 3 stays local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55264" y="4027932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64992" y="3982212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Page-level citation on every figure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53328" y="4027932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6" y="3982212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Proof ratings never upgraded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174236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128516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Stale source excluded, not mined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55264" y="4174236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64992" y="4128516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Unconfirmed name matches flagged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53328" y="4174236"/>
            <a:ext cx="45720" cy="45720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63056" y="4128516"/>
            <a:ext cx="265176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  <a:latin typeface="Poppins"/>
              </a:rPr>
              <a:t>Blank CRM fields reported as gaps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0896" y="4370832"/>
            <a:ext cx="8522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1">
                <a:solidFill>
                  <a:srgbClr val="5F5F5F"/>
                </a:solidFill>
                <a:latin typeface="Poppins"/>
              </a:rPr>
              <a:t>Deliberate trade-off: the data layer is compiled by hand, so nothing drifts mid-demo and there is no credential to leak — but it does not refresh itself. That is the first thing to change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46304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9375F"/>
                </a:solidFill>
                <a:latin typeface="Poppins"/>
              </a:rPr>
              <a:t>Path to scale</a:t>
            </a:r>
          </a:p>
        </p:txBody>
      </p:sp>
      <p:pic>
        <p:nvPicPr>
          <p:cNvPr id="5" name="Picture 4" descr="aberde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718304"/>
            <a:ext cx="896112" cy="20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45720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50" b="0" i="0">
                <a:solidFill>
                  <a:srgbClr val="5F5F5F"/>
                </a:solidFill>
                <a:latin typeface="Poppins"/>
              </a:rPr>
              <a:t>CONFIDENTIAL  ·  Aberdeen Advisors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791456"/>
            <a:ext cx="4114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5F5F5F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12064"/>
            <a:ext cx="85039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44B0B1"/>
                </a:solidFill>
                <a:latin typeface="Poppins"/>
              </a:rPr>
              <a:t>From 13 hand-compiled accounts to the firm's whole book, without giving up the evidence discipline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822960"/>
            <a:ext cx="202996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" y="822960"/>
            <a:ext cx="2029968" cy="27432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845820"/>
            <a:ext cx="9144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1" i="0">
                <a:solidFill>
                  <a:srgbClr val="44B0B1"/>
                </a:solidFill>
                <a:latin typeface="Poppin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161288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9375F"/>
                </a:solidFill>
                <a:latin typeface="Poppins"/>
              </a:rPr>
              <a:t>Proof of concept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1581912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53162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13 accounts, 59 signals, hand-extracted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1947672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89738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Three views, one self-contained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313432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226314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Runs with no install and no credential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2679192"/>
            <a:ext cx="50292" cy="50292"/>
          </a:xfrm>
          <a:prstGeom prst="rect">
            <a:avLst/>
          </a:prstGeom>
          <a:solidFill>
            <a:srgbClr val="44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262890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Brand-correct, Poppins embedded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1783080"/>
            <a:ext cx="128016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822960"/>
            <a:ext cx="202996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79" y="822960"/>
            <a:ext cx="2029968" cy="27432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845820"/>
            <a:ext cx="9144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1" i="0">
                <a:solidFill>
                  <a:srgbClr val="03CBFF"/>
                </a:solidFill>
                <a:latin typeface="Poppins"/>
              </a:rPr>
              <a:t>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1161288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9375F"/>
                </a:solidFill>
                <a:latin typeface="Poppins"/>
              </a:rPr>
              <a:t>Connect the real 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8608" y="1581912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153162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Read the 30-account CRM and revenue 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1947672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79" y="189738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Join credentials.py to the quals library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8608" y="2313432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226314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Generate the one-page POV from the brief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2679192"/>
            <a:ext cx="50292" cy="50292"/>
          </a:xfrm>
          <a:prstGeom prst="rect">
            <a:avLst/>
          </a:prstGeom>
          <a:solidFill>
            <a:srgbClr val="03C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79" y="262890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Fill the 48 missing quantified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1783080"/>
            <a:ext cx="128016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26864" y="822960"/>
            <a:ext cx="202996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6864" y="822960"/>
            <a:ext cx="2029968" cy="27432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3" y="845820"/>
            <a:ext cx="9144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1" i="0">
                <a:solidFill>
                  <a:srgbClr val="F7CE01"/>
                </a:solidFill>
                <a:latin typeface="Poppins"/>
              </a:rPr>
              <a:t>60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8303" y="1161288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9375F"/>
                </a:solidFill>
                <a:latin typeface="Poppins"/>
              </a:rPr>
              <a:t>Automate the intake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36592" y="1581912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55464" y="153162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Scheduled filing and news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36592" y="1947672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55464" y="189738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Signal recency decay and expiry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6592" y="2313432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5464" y="226314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Sort, filter and search the 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36592" y="2679192"/>
            <a:ext cx="50292" cy="50292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262890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Partner override with an audit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1" y="1783080"/>
            <a:ext cx="128016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44B0B1"/>
                </a:solidFill>
                <a:latin typeface="Poppins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822960"/>
            <a:ext cx="202996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84848" y="822960"/>
            <a:ext cx="2029968" cy="27432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76288" y="845820"/>
            <a:ext cx="9144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00" b="1" i="0">
                <a:solidFill>
                  <a:srgbClr val="00A676"/>
                </a:solidFill>
                <a:latin typeface="Poppins"/>
              </a:rPr>
              <a:t>90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1161288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9375F"/>
                </a:solidFill>
                <a:latin typeface="Poppins"/>
              </a:rPr>
              <a:t>Make it the BD operating system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94576" y="1581912"/>
            <a:ext cx="50292" cy="50292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153162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Warm-path graph from engagement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94576" y="1947672"/>
            <a:ext cx="50292" cy="50292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13448" y="189738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Outreach tracked through to reply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94576" y="2313432"/>
            <a:ext cx="50292" cy="50292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13448" y="226314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Win/loss written back as new credentials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94576" y="2679192"/>
            <a:ext cx="50292" cy="50292"/>
          </a:xfrm>
          <a:prstGeom prst="rect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13448" y="2628900"/>
            <a:ext cx="170078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600" b="0" i="0">
                <a:solidFill>
                  <a:srgbClr val="404040"/>
                </a:solidFill>
                <a:latin typeface="Poppins"/>
              </a:rPr>
              <a:t>Feeds HorizonView, not competes with 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0896" y="3291840"/>
            <a:ext cx="852220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0896" y="3291840"/>
            <a:ext cx="45720" cy="969264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346704"/>
            <a:ext cx="365760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WHAT ACTUALLY GATES THIS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" y="3593591"/>
            <a:ext cx="45720" cy="45720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" y="3538728"/>
            <a:ext cx="148132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48 blank outcomes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9696" y="3538728"/>
            <a:ext cx="6583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5F5F5F"/>
                </a:solidFill>
                <a:latin typeface="Poppins"/>
              </a:rPr>
              <a:t>Four of six capabilities have zero quantified proof. One number per qual converts them to sellable.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3822191"/>
            <a:ext cx="45720" cy="45720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" y="3767328"/>
            <a:ext cx="148132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One source of truth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9696" y="3767328"/>
            <a:ext cx="6583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5F5F5F"/>
                </a:solidFill>
                <a:latin typeface="Poppins"/>
              </a:rPr>
              <a:t>The data layer duplicates the instruction files. Generate it from them instead.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" y="4050791"/>
            <a:ext cx="45720" cy="45720"/>
          </a:xfrm>
          <a:prstGeom prst="rect">
            <a:avLst/>
          </a:prstGeom>
          <a:solidFill>
            <a:srgbClr val="F7C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" y="3995928"/>
            <a:ext cx="148132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1" i="0">
                <a:solidFill>
                  <a:srgbClr val="09375F"/>
                </a:solidFill>
                <a:latin typeface="Poppins"/>
              </a:rPr>
              <a:t>Local-path dependency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9696" y="3995928"/>
            <a:ext cx="6583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0" i="0">
                <a:solidFill>
                  <a:srgbClr val="5F5F5F"/>
                </a:solidFill>
                <a:latin typeface="Poppins"/>
              </a:rPr>
              <a:t>The workflow assumes one machine. Repo-relative paths let anyone run 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0896" y="4352544"/>
            <a:ext cx="8522208" cy="27432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" y="4379976"/>
            <a:ext cx="8321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The discipline is the asset: a tool a partner can argue with beats one they have to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